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handoutMasterIdLst>
    <p:handoutMasterId r:id="rId12"/>
  </p:handoutMasterIdLst>
  <p:sldIdLst>
    <p:sldId id="290" r:id="rId2"/>
    <p:sldId id="304" r:id="rId3"/>
    <p:sldId id="258" r:id="rId4"/>
    <p:sldId id="318" r:id="rId5"/>
    <p:sldId id="315" r:id="rId6"/>
    <p:sldId id="301" r:id="rId7"/>
    <p:sldId id="319" r:id="rId8"/>
    <p:sldId id="320" r:id="rId9"/>
    <p:sldId id="292" r:id="rId10"/>
  </p:sldIdLst>
  <p:sldSz cx="24396700" cy="13716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684" userDrawn="1">
          <p15:clr>
            <a:srgbClr val="A4A3A4"/>
          </p15:clr>
        </p15:guide>
        <p15:guide id="2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F6C"/>
    <a:srgbClr val="A9FDCF"/>
    <a:srgbClr val="00A79D"/>
    <a:srgbClr val="00889A"/>
    <a:srgbClr val="2B657E"/>
    <a:srgbClr val="007D8E"/>
    <a:srgbClr val="007E75"/>
    <a:srgbClr val="3C5E5C"/>
    <a:srgbClr val="00BCD4"/>
    <a:srgbClr val="77D9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94189" autoAdjust="0"/>
  </p:normalViewPr>
  <p:slideViewPr>
    <p:cSldViewPr snapToGrid="0" showGuides="1">
      <p:cViewPr varScale="1">
        <p:scale>
          <a:sx n="55" d="100"/>
          <a:sy n="55" d="100"/>
        </p:scale>
        <p:origin x="1020" y="96"/>
      </p:cViewPr>
      <p:guideLst>
        <p:guide pos="7684"/>
        <p:guide orient="horz" pos="432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howGuides="1">
      <p:cViewPr varScale="1">
        <p:scale>
          <a:sx n="70" d="100"/>
          <a:sy n="70" d="100"/>
        </p:scale>
        <p:origin x="241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3701D-4330-4EE7-9BF0-6431F8E2A6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CF998-A782-4C8A-8747-A2CA7D048A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422E-181F-4E69-B889-4841EA1EE446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3B75D-11DD-4E29-B21A-3BEFD7843A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2A97F-C387-40BF-A80D-9B120372E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1A19D-7FE1-442D-97C1-2F2B47ADDD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6763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B7041-6594-4BE2-8703-78B4E00C91E5}" type="datetimeFigureOut">
              <a:rPr lang="en-ID" smtClean="0"/>
              <a:t>14/07/2026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E837E-594B-4F0F-92F5-F20D4296AC5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832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674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349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023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8697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3372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8046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2720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7395" algn="l" defTabSz="1829349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042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9852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104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6320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734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E837E-594B-4F0F-92F5-F20D4296AC5C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9961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9588" y="2244726"/>
            <a:ext cx="18297525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588" y="7204076"/>
            <a:ext cx="18297525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7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959" y="0"/>
            <a:ext cx="21042154" cy="2651126"/>
          </a:xfrm>
        </p:spPr>
        <p:txBody>
          <a:bodyPr>
            <a:normAutofit/>
          </a:bodyPr>
          <a:lstStyle>
            <a:lvl1pPr>
              <a:defRPr sz="8000">
                <a:latin typeface="Orleans Roman" pitchFamily="50" charset="0"/>
                <a:cs typeface="Orleans Roman" pitchFamily="50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3CFA3F-9BFB-394E-B024-801F5C16AFBF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8A9FD-B820-B240-9420-22134C01C43C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rgbClr val="0B4F6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rgbClr val="0B4F6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ACB319-1A34-0E43-B81E-5DE55CAF099D}"/>
              </a:ext>
            </a:extLst>
          </p:cNvPr>
          <p:cNvSpPr txBox="1"/>
          <p:nvPr userDrawn="1"/>
        </p:nvSpPr>
        <p:spPr>
          <a:xfrm>
            <a:off x="18483944" y="13050419"/>
            <a:ext cx="368100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 smtClean="0">
                <a:solidFill>
                  <a:schemeClr val="bg1">
                    <a:lumMod val="85000"/>
                  </a:schemeClr>
                </a:solidFill>
              </a:rPr>
              <a:t>Copyright © Molecular Connections Pvt. Ltd.  ISO/IEC 27001:2022 Certified</a:t>
            </a:r>
            <a:endParaRPr lang="en-IN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8222F1-2A79-4F48-AD19-D3E7155A5973}"/>
              </a:ext>
            </a:extLst>
          </p:cNvPr>
          <p:cNvCxnSpPr>
            <a:cxnSpLocks/>
          </p:cNvCxnSpPr>
          <p:nvPr userDrawn="1"/>
        </p:nvCxnSpPr>
        <p:spPr>
          <a:xfrm flipH="1">
            <a:off x="2" y="13296640"/>
            <a:ext cx="183533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C3174-8541-47AA-B5B6-C2A6C29EA3B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228600" cy="3381377"/>
          </a:xfrm>
          <a:prstGeom prst="rect">
            <a:avLst/>
          </a:prstGeom>
          <a:solidFill>
            <a:srgbClr val="0B4F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6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4566" y="3419477"/>
            <a:ext cx="21042154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4566" y="9178927"/>
            <a:ext cx="21042154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98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7273" y="3651250"/>
            <a:ext cx="10368598" cy="87026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50829" y="3651250"/>
            <a:ext cx="10368598" cy="87026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5D4C5-4F18-4DC3-95B4-A2805B045C19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D158B9-0964-4309-860F-1D084BA15C39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F7390-F631-4EEB-931C-AE8D34918C47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F132D0-2EB4-487D-8D28-6F9647303757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AF2D6F6-74E9-4080-B703-1C91A711E1D4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72006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1" y="730251"/>
            <a:ext cx="21042154" cy="265112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452" y="3362326"/>
            <a:ext cx="1032094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0452" y="5010150"/>
            <a:ext cx="10320947" cy="73691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50829" y="3362326"/>
            <a:ext cx="10371775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50829" y="5010150"/>
            <a:ext cx="10371775" cy="73691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7CF33-FB09-442F-8106-0B8D8FF38D6B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E92FA-79E7-4503-BEF4-52931AA4B802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CD6AB-76E5-4E7C-A657-F5CE43A4239C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AF805F-CA1C-4CF5-9CA7-BFC4AE7204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FD91009-AF40-44DD-8074-2BAECC42C900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88085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1A14-CA65-4A03-9340-69CA9E728480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573CA-BB9B-455E-AAAB-C6D6DBD3ACF1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EC34C-6AA6-4B19-BA57-89BCD6E814AD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C7102F-B01D-4DCF-AA64-AF22D0A1A4FD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B13CA3-83FB-4C04-ACB9-D0B19791E49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4198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D1D71-ACBD-4377-9F39-6344A17FFD28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1A3AF-4250-4647-8C12-9D4FA32F79F1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DADB3-E981-42C2-910B-494F5AB79B32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82B4D1-8CC9-4571-92DB-DE8C1FD30610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7F875B3-BFE9-45DD-A80A-02AF900C75E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8033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2" y="914400"/>
            <a:ext cx="786857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1775" y="1974851"/>
            <a:ext cx="12350829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452" y="4114800"/>
            <a:ext cx="786857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6CE70-B713-49DA-802F-11714EA583B7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C1704-8C7D-46C2-8B65-53CA4F8A6408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EFF92-E0A1-4F10-A4A5-650247A1AB11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3BD4C8-60D4-4E5A-A155-D77C8104CC30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5AB21E-720E-4713-9E12-5BDDC8A60538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32986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452" y="914400"/>
            <a:ext cx="7868570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71775" y="1974851"/>
            <a:ext cx="12350829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0452" y="4114800"/>
            <a:ext cx="7868570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96B7B-7BC2-4E2B-9DC7-A396ABA62E04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952C-44A0-4EBD-A50A-A174DC9D8747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18D68-56B2-43C0-BC17-15FF2D0E8FC8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245B1-3B51-44D8-BA01-553411598633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7216134-CF46-45A0-9F56-AE19849DD944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161616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25F71-A8EB-4B41-A034-F020B14200F2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C66395-99FE-4E7A-84BD-9EE543AC94ED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2A92D-C080-4EFF-AEEA-5B71D048F0FB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DFC53A-CA6F-4A26-86A5-9ED80A407491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093F0DC-9A5B-4F7A-8857-721CDAC8D9D7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60386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58889" y="730250"/>
            <a:ext cx="5260538" cy="1162367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7273" y="730250"/>
            <a:ext cx="15476657" cy="1162367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AF497-3D25-4B61-AFA4-9129D5A932D1}"/>
              </a:ext>
            </a:extLst>
          </p:cNvPr>
          <p:cNvSpPr/>
          <p:nvPr userDrawn="1"/>
        </p:nvSpPr>
        <p:spPr>
          <a:xfrm>
            <a:off x="22417646" y="12877280"/>
            <a:ext cx="911699" cy="838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FB81C-B320-4FFD-9B7F-00FCAE7F01FB}"/>
              </a:ext>
            </a:extLst>
          </p:cNvPr>
          <p:cNvSpPr txBox="1"/>
          <p:nvPr userDrawn="1"/>
        </p:nvSpPr>
        <p:spPr>
          <a:xfrm>
            <a:off x="22541534" y="13142753"/>
            <a:ext cx="663922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fld id="{40876BFF-1584-4FA6-A406-00684317F9C8}" type="slidenum">
              <a:rPr lang="en-US" sz="2000" b="1" smtClean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2000" b="1" dirty="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E8AFE-FAFE-42FE-97EE-FA8150A09487}"/>
              </a:ext>
            </a:extLst>
          </p:cNvPr>
          <p:cNvSpPr txBox="1"/>
          <p:nvPr userDrawn="1"/>
        </p:nvSpPr>
        <p:spPr>
          <a:xfrm>
            <a:off x="19361125" y="13173531"/>
            <a:ext cx="2658300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b="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Standard Business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F1C4A9-4B0F-4806-A92A-5D8AF3F1076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3296640"/>
            <a:ext cx="1906945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9E866-F90A-416B-BBB2-89F5E9185CCD}"/>
              </a:ext>
            </a:extLst>
          </p:cNvPr>
          <p:cNvSpPr/>
          <p:nvPr userDrawn="1"/>
        </p:nvSpPr>
        <p:spPr>
          <a:xfrm>
            <a:off x="22417646" y="13624563"/>
            <a:ext cx="911699" cy="91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</p:spTree>
    <p:extLst>
      <p:ext uri="{BB962C8B-B14F-4D97-AF65-F5344CB8AC3E}">
        <p14:creationId xmlns:p14="http://schemas.microsoft.com/office/powerpoint/2010/main" val="4134527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.2 Blank Title">
  <p:cSld name="04.2 Blank Title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 txBox="1">
            <a:spLocks noGrp="1"/>
          </p:cNvSpPr>
          <p:nvPr>
            <p:ph type="title"/>
          </p:nvPr>
        </p:nvSpPr>
        <p:spPr>
          <a:xfrm>
            <a:off x="1048378" y="1372893"/>
            <a:ext cx="22389255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None/>
              <a:defRPr sz="6400" i="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543" name="Google Shape;543;p78"/>
          <p:cNvCxnSpPr/>
          <p:nvPr/>
        </p:nvCxnSpPr>
        <p:spPr>
          <a:xfrm>
            <a:off x="959398" y="12224880"/>
            <a:ext cx="2247810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44" name="Google Shape;544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9367" y="12627135"/>
            <a:ext cx="2747161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433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7273" y="730251"/>
            <a:ext cx="2104215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7273" y="3651250"/>
            <a:ext cx="2104215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7273" y="12712701"/>
            <a:ext cx="548925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81407" y="12712701"/>
            <a:ext cx="8233886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0169" y="12712701"/>
            <a:ext cx="548925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6A607F61-C91A-47FF-BBFB-DF776E24F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279119285"/>
              </p:ext>
            </p:extLst>
          </p:nvPr>
        </p:nvGraphicFramePr>
        <p:xfrm>
          <a:off x="3177" y="3176"/>
          <a:ext cx="3178" cy="3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think-cell Slide" r:id="rId17" imgW="383" imgH="384" progId="TCLayout.ActiveDocument.1">
                  <p:embed/>
                </p:oleObj>
              </mc:Choice>
              <mc:Fallback>
                <p:oleObj name="think-cell Slide" r:id="rId17" imgW="383" imgH="38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607F61-C91A-47FF-BBFB-DF776E24F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77" y="3176"/>
                        <a:ext cx="3178" cy="3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98082631-599A-467D-B49A-E699D64CA6CB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317665" cy="31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8800" b="1" i="0" baseline="0" dirty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24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2" userDrawn="1">
          <p15:clr>
            <a:srgbClr val="F26B43"/>
          </p15:clr>
        </p15:guide>
        <p15:guide id="2" pos="14696" userDrawn="1">
          <p15:clr>
            <a:srgbClr val="F26B43"/>
          </p15:clr>
        </p15:guide>
        <p15:guide id="3" orient="horz" pos="7872" userDrawn="1">
          <p15:clr>
            <a:srgbClr val="F26B43"/>
          </p15:clr>
        </p15:guide>
        <p15:guide id="4" orient="horz" pos="1920" userDrawn="1">
          <p15:clr>
            <a:srgbClr val="F26B43"/>
          </p15:clr>
        </p15:guide>
        <p15:guide id="5" orient="horz" pos="16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microsoft.com/office/2007/relationships/hdphoto" Target="../media/hdphoto4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893FC-F772-4162-8C6F-C264655ADA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4" b="10453"/>
          <a:stretch/>
        </p:blipFill>
        <p:spPr>
          <a:xfrm>
            <a:off x="6350" y="0"/>
            <a:ext cx="24384000" cy="1371600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BE37DF-F965-46C8-9F0E-C4CCC23AC5E1}"/>
              </a:ext>
            </a:extLst>
          </p:cNvPr>
          <p:cNvSpPr/>
          <p:nvPr/>
        </p:nvSpPr>
        <p:spPr>
          <a:xfrm flipH="1">
            <a:off x="6351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7202" dirty="0"/>
          </a:p>
        </p:txBody>
      </p:sp>
      <p:sp>
        <p:nvSpPr>
          <p:cNvPr id="20" name="Freeform: Shape 7">
            <a:extLst>
              <a:ext uri="{FF2B5EF4-FFF2-40B4-BE49-F238E27FC236}">
                <a16:creationId xmlns:a16="http://schemas.microsoft.com/office/drawing/2014/main" id="{E5BE37DF-F965-46C8-9F0E-C4CCC23AC5E1}"/>
              </a:ext>
            </a:extLst>
          </p:cNvPr>
          <p:cNvSpPr/>
          <p:nvPr/>
        </p:nvSpPr>
        <p:spPr>
          <a:xfrm flipH="1">
            <a:off x="0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7202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EB251-936B-4F67-9780-F9D55DCF1099}"/>
              </a:ext>
            </a:extLst>
          </p:cNvPr>
          <p:cNvSpPr txBox="1">
            <a:spLocks/>
          </p:cNvSpPr>
          <p:nvPr/>
        </p:nvSpPr>
        <p:spPr>
          <a:xfrm>
            <a:off x="746126" y="10149556"/>
            <a:ext cx="14741523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8000" b="0" dirty="0" smtClean="0">
                <a:solidFill>
                  <a:schemeClr val="bg1"/>
                </a:solidFill>
                <a:latin typeface="Orleans Roman" pitchFamily="50" charset="0"/>
                <a:ea typeface="Open Sans"/>
                <a:cs typeface="Orleans Roman" pitchFamily="50" charset="0"/>
                <a:sym typeface="Open Sans"/>
              </a:rPr>
              <a:t>Title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52B5AF-32CB-47CA-B6D2-1227323064D1}"/>
              </a:ext>
            </a:extLst>
          </p:cNvPr>
          <p:cNvCxnSpPr>
            <a:cxnSpLocks/>
          </p:cNvCxnSpPr>
          <p:nvPr/>
        </p:nvCxnSpPr>
        <p:spPr>
          <a:xfrm>
            <a:off x="11041735" y="11609872"/>
            <a:ext cx="1140998" cy="2106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E089D9-2884-4E0D-AA0F-3B1CDB75F956}"/>
              </a:ext>
            </a:extLst>
          </p:cNvPr>
          <p:cNvGrpSpPr/>
          <p:nvPr/>
        </p:nvGrpSpPr>
        <p:grpSpPr>
          <a:xfrm>
            <a:off x="21189951" y="634497"/>
            <a:ext cx="2477050" cy="2590676"/>
            <a:chOff x="2676526" y="5394325"/>
            <a:chExt cx="346075" cy="361950"/>
          </a:xfrm>
          <a:solidFill>
            <a:schemeClr val="bg1"/>
          </a:solidFill>
        </p:grpSpPr>
        <p:sp>
          <p:nvSpPr>
            <p:cNvPr id="18" name="Freeform 118">
              <a:extLst>
                <a:ext uri="{FF2B5EF4-FFF2-40B4-BE49-F238E27FC236}">
                  <a16:creationId xmlns:a16="http://schemas.microsoft.com/office/drawing/2014/main" id="{AA479424-06B0-4BFC-A2D9-07F1004E1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526" y="5394325"/>
              <a:ext cx="346075" cy="46038"/>
            </a:xfrm>
            <a:custGeom>
              <a:avLst/>
              <a:gdLst>
                <a:gd name="T0" fmla="*/ 92 w 92"/>
                <a:gd name="T1" fmla="*/ 12 h 12"/>
                <a:gd name="T2" fmla="*/ 92 w 92"/>
                <a:gd name="T3" fmla="*/ 2 h 12"/>
                <a:gd name="T4" fmla="*/ 90 w 92"/>
                <a:gd name="T5" fmla="*/ 0 h 12"/>
                <a:gd name="T6" fmla="*/ 2 w 92"/>
                <a:gd name="T7" fmla="*/ 0 h 12"/>
                <a:gd name="T8" fmla="*/ 0 w 92"/>
                <a:gd name="T9" fmla="*/ 2 h 12"/>
                <a:gd name="T10" fmla="*/ 0 w 92"/>
                <a:gd name="T11" fmla="*/ 12 h 12"/>
                <a:gd name="T12" fmla="*/ 92 w 9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12">
                  <a:moveTo>
                    <a:pt x="92" y="12"/>
                  </a:moveTo>
                  <a:cubicBezTo>
                    <a:pt x="92" y="2"/>
                    <a:pt x="92" y="2"/>
                    <a:pt x="92" y="2"/>
                  </a:cubicBezTo>
                  <a:cubicBezTo>
                    <a:pt x="92" y="1"/>
                    <a:pt x="91" y="0"/>
                    <a:pt x="9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92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id-ID" sz="7202"/>
            </a:p>
          </p:txBody>
        </p:sp>
        <p:sp>
          <p:nvSpPr>
            <p:cNvPr id="19" name="Freeform 119">
              <a:extLst>
                <a:ext uri="{FF2B5EF4-FFF2-40B4-BE49-F238E27FC236}">
                  <a16:creationId xmlns:a16="http://schemas.microsoft.com/office/drawing/2014/main" id="{25E522AD-661E-4755-B630-34D149CD2D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6526" y="5454650"/>
              <a:ext cx="346075" cy="301625"/>
            </a:xfrm>
            <a:custGeom>
              <a:avLst/>
              <a:gdLst>
                <a:gd name="T0" fmla="*/ 90 w 92"/>
                <a:gd name="T1" fmla="*/ 52 h 80"/>
                <a:gd name="T2" fmla="*/ 84 w 92"/>
                <a:gd name="T3" fmla="*/ 52 h 80"/>
                <a:gd name="T4" fmla="*/ 84 w 92"/>
                <a:gd name="T5" fmla="*/ 0 h 80"/>
                <a:gd name="T6" fmla="*/ 8 w 92"/>
                <a:gd name="T7" fmla="*/ 0 h 80"/>
                <a:gd name="T8" fmla="*/ 8 w 92"/>
                <a:gd name="T9" fmla="*/ 52 h 80"/>
                <a:gd name="T10" fmla="*/ 2 w 92"/>
                <a:gd name="T11" fmla="*/ 52 h 80"/>
                <a:gd name="T12" fmla="*/ 0 w 92"/>
                <a:gd name="T13" fmla="*/ 54 h 80"/>
                <a:gd name="T14" fmla="*/ 2 w 92"/>
                <a:gd name="T15" fmla="*/ 56 h 80"/>
                <a:gd name="T16" fmla="*/ 44 w 92"/>
                <a:gd name="T17" fmla="*/ 56 h 80"/>
                <a:gd name="T18" fmla="*/ 44 w 92"/>
                <a:gd name="T19" fmla="*/ 64 h 80"/>
                <a:gd name="T20" fmla="*/ 38 w 92"/>
                <a:gd name="T21" fmla="*/ 72 h 80"/>
                <a:gd name="T22" fmla="*/ 46 w 92"/>
                <a:gd name="T23" fmla="*/ 80 h 80"/>
                <a:gd name="T24" fmla="*/ 54 w 92"/>
                <a:gd name="T25" fmla="*/ 72 h 80"/>
                <a:gd name="T26" fmla="*/ 48 w 92"/>
                <a:gd name="T27" fmla="*/ 64 h 80"/>
                <a:gd name="T28" fmla="*/ 48 w 92"/>
                <a:gd name="T29" fmla="*/ 56 h 80"/>
                <a:gd name="T30" fmla="*/ 90 w 92"/>
                <a:gd name="T31" fmla="*/ 56 h 80"/>
                <a:gd name="T32" fmla="*/ 92 w 92"/>
                <a:gd name="T33" fmla="*/ 54 h 80"/>
                <a:gd name="T34" fmla="*/ 90 w 92"/>
                <a:gd name="T35" fmla="*/ 52 h 80"/>
                <a:gd name="T36" fmla="*/ 34 w 92"/>
                <a:gd name="T37" fmla="*/ 44 h 80"/>
                <a:gd name="T38" fmla="*/ 16 w 92"/>
                <a:gd name="T39" fmla="*/ 26 h 80"/>
                <a:gd name="T40" fmla="*/ 23 w 92"/>
                <a:gd name="T41" fmla="*/ 11 h 80"/>
                <a:gd name="T42" fmla="*/ 32 w 92"/>
                <a:gd name="T43" fmla="*/ 27 h 80"/>
                <a:gd name="T44" fmla="*/ 35 w 92"/>
                <a:gd name="T45" fmla="*/ 44 h 80"/>
                <a:gd name="T46" fmla="*/ 34 w 92"/>
                <a:gd name="T47" fmla="*/ 44 h 80"/>
                <a:gd name="T48" fmla="*/ 50 w 92"/>
                <a:gd name="T49" fmla="*/ 72 h 80"/>
                <a:gd name="T50" fmla="*/ 46 w 92"/>
                <a:gd name="T51" fmla="*/ 76 h 80"/>
                <a:gd name="T52" fmla="*/ 42 w 92"/>
                <a:gd name="T53" fmla="*/ 72 h 80"/>
                <a:gd name="T54" fmla="*/ 46 w 92"/>
                <a:gd name="T55" fmla="*/ 68 h 80"/>
                <a:gd name="T56" fmla="*/ 50 w 92"/>
                <a:gd name="T57" fmla="*/ 72 h 80"/>
                <a:gd name="T58" fmla="*/ 39 w 92"/>
                <a:gd name="T59" fmla="*/ 43 h 80"/>
                <a:gd name="T60" fmla="*/ 36 w 92"/>
                <a:gd name="T61" fmla="*/ 28 h 80"/>
                <a:gd name="T62" fmla="*/ 52 w 92"/>
                <a:gd name="T63" fmla="*/ 28 h 80"/>
                <a:gd name="T64" fmla="*/ 39 w 92"/>
                <a:gd name="T65" fmla="*/ 43 h 80"/>
                <a:gd name="T66" fmla="*/ 35 w 92"/>
                <a:gd name="T67" fmla="*/ 24 h 80"/>
                <a:gd name="T68" fmla="*/ 27 w 92"/>
                <a:gd name="T69" fmla="*/ 9 h 80"/>
                <a:gd name="T70" fmla="*/ 34 w 92"/>
                <a:gd name="T71" fmla="*/ 8 h 80"/>
                <a:gd name="T72" fmla="*/ 52 w 92"/>
                <a:gd name="T73" fmla="*/ 24 h 80"/>
                <a:gd name="T74" fmla="*/ 35 w 92"/>
                <a:gd name="T75" fmla="*/ 24 h 80"/>
                <a:gd name="T76" fmla="*/ 74 w 92"/>
                <a:gd name="T77" fmla="*/ 28 h 80"/>
                <a:gd name="T78" fmla="*/ 62 w 92"/>
                <a:gd name="T79" fmla="*/ 28 h 80"/>
                <a:gd name="T80" fmla="*/ 60 w 92"/>
                <a:gd name="T81" fmla="*/ 26 h 80"/>
                <a:gd name="T82" fmla="*/ 62 w 92"/>
                <a:gd name="T83" fmla="*/ 24 h 80"/>
                <a:gd name="T84" fmla="*/ 74 w 92"/>
                <a:gd name="T85" fmla="*/ 24 h 80"/>
                <a:gd name="T86" fmla="*/ 76 w 92"/>
                <a:gd name="T87" fmla="*/ 26 h 80"/>
                <a:gd name="T88" fmla="*/ 74 w 92"/>
                <a:gd name="T89" fmla="*/ 28 h 80"/>
                <a:gd name="T90" fmla="*/ 74 w 92"/>
                <a:gd name="T91" fmla="*/ 20 h 80"/>
                <a:gd name="T92" fmla="*/ 62 w 92"/>
                <a:gd name="T93" fmla="*/ 20 h 80"/>
                <a:gd name="T94" fmla="*/ 60 w 92"/>
                <a:gd name="T95" fmla="*/ 18 h 80"/>
                <a:gd name="T96" fmla="*/ 62 w 92"/>
                <a:gd name="T97" fmla="*/ 16 h 80"/>
                <a:gd name="T98" fmla="*/ 74 w 92"/>
                <a:gd name="T99" fmla="*/ 16 h 80"/>
                <a:gd name="T100" fmla="*/ 76 w 92"/>
                <a:gd name="T101" fmla="*/ 18 h 80"/>
                <a:gd name="T102" fmla="*/ 74 w 92"/>
                <a:gd name="T103" fmla="*/ 20 h 80"/>
                <a:gd name="T104" fmla="*/ 74 w 92"/>
                <a:gd name="T105" fmla="*/ 12 h 80"/>
                <a:gd name="T106" fmla="*/ 62 w 92"/>
                <a:gd name="T107" fmla="*/ 12 h 80"/>
                <a:gd name="T108" fmla="*/ 60 w 92"/>
                <a:gd name="T109" fmla="*/ 10 h 80"/>
                <a:gd name="T110" fmla="*/ 62 w 92"/>
                <a:gd name="T111" fmla="*/ 8 h 80"/>
                <a:gd name="T112" fmla="*/ 74 w 92"/>
                <a:gd name="T113" fmla="*/ 8 h 80"/>
                <a:gd name="T114" fmla="*/ 76 w 92"/>
                <a:gd name="T115" fmla="*/ 10 h 80"/>
                <a:gd name="T116" fmla="*/ 74 w 92"/>
                <a:gd name="T117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2" h="80">
                  <a:moveTo>
                    <a:pt x="90" y="52"/>
                  </a:moveTo>
                  <a:cubicBezTo>
                    <a:pt x="84" y="52"/>
                    <a:pt x="84" y="52"/>
                    <a:pt x="84" y="5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1" y="52"/>
                    <a:pt x="0" y="53"/>
                    <a:pt x="0" y="54"/>
                  </a:cubicBezTo>
                  <a:cubicBezTo>
                    <a:pt x="0" y="55"/>
                    <a:pt x="1" y="56"/>
                    <a:pt x="2" y="56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41" y="65"/>
                    <a:pt x="38" y="68"/>
                    <a:pt x="38" y="72"/>
                  </a:cubicBezTo>
                  <a:cubicBezTo>
                    <a:pt x="38" y="76"/>
                    <a:pt x="42" y="80"/>
                    <a:pt x="46" y="80"/>
                  </a:cubicBezTo>
                  <a:cubicBezTo>
                    <a:pt x="50" y="80"/>
                    <a:pt x="54" y="76"/>
                    <a:pt x="54" y="72"/>
                  </a:cubicBezTo>
                  <a:cubicBezTo>
                    <a:pt x="54" y="68"/>
                    <a:pt x="51" y="65"/>
                    <a:pt x="48" y="6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91" y="56"/>
                    <a:pt x="92" y="55"/>
                    <a:pt x="92" y="54"/>
                  </a:cubicBezTo>
                  <a:cubicBezTo>
                    <a:pt x="92" y="53"/>
                    <a:pt x="91" y="52"/>
                    <a:pt x="90" y="52"/>
                  </a:cubicBezTo>
                  <a:close/>
                  <a:moveTo>
                    <a:pt x="34" y="44"/>
                  </a:moveTo>
                  <a:cubicBezTo>
                    <a:pt x="24" y="44"/>
                    <a:pt x="16" y="36"/>
                    <a:pt x="16" y="26"/>
                  </a:cubicBezTo>
                  <a:cubicBezTo>
                    <a:pt x="16" y="20"/>
                    <a:pt x="19" y="15"/>
                    <a:pt x="23" y="11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4" y="44"/>
                    <a:pt x="34" y="44"/>
                  </a:cubicBezTo>
                  <a:close/>
                  <a:moveTo>
                    <a:pt x="50" y="72"/>
                  </a:moveTo>
                  <a:cubicBezTo>
                    <a:pt x="50" y="74"/>
                    <a:pt x="48" y="76"/>
                    <a:pt x="46" y="76"/>
                  </a:cubicBezTo>
                  <a:cubicBezTo>
                    <a:pt x="44" y="76"/>
                    <a:pt x="42" y="74"/>
                    <a:pt x="42" y="72"/>
                  </a:cubicBezTo>
                  <a:cubicBezTo>
                    <a:pt x="42" y="70"/>
                    <a:pt x="44" y="68"/>
                    <a:pt x="46" y="68"/>
                  </a:cubicBezTo>
                  <a:cubicBezTo>
                    <a:pt x="48" y="68"/>
                    <a:pt x="50" y="70"/>
                    <a:pt x="50" y="72"/>
                  </a:cubicBezTo>
                  <a:close/>
                  <a:moveTo>
                    <a:pt x="39" y="43"/>
                  </a:moveTo>
                  <a:cubicBezTo>
                    <a:pt x="36" y="28"/>
                    <a:pt x="36" y="28"/>
                    <a:pt x="36" y="28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1" y="35"/>
                    <a:pt x="46" y="41"/>
                    <a:pt x="39" y="43"/>
                  </a:cubicBezTo>
                  <a:close/>
                  <a:moveTo>
                    <a:pt x="35" y="24"/>
                  </a:moveTo>
                  <a:cubicBezTo>
                    <a:pt x="27" y="9"/>
                    <a:pt x="27" y="9"/>
                    <a:pt x="27" y="9"/>
                  </a:cubicBezTo>
                  <a:cubicBezTo>
                    <a:pt x="29" y="9"/>
                    <a:pt x="31" y="8"/>
                    <a:pt x="34" y="8"/>
                  </a:cubicBezTo>
                  <a:cubicBezTo>
                    <a:pt x="43" y="8"/>
                    <a:pt x="51" y="15"/>
                    <a:pt x="52" y="24"/>
                  </a:cubicBezTo>
                  <a:lnTo>
                    <a:pt x="35" y="24"/>
                  </a:lnTo>
                  <a:close/>
                  <a:moveTo>
                    <a:pt x="74" y="28"/>
                  </a:moveTo>
                  <a:cubicBezTo>
                    <a:pt x="62" y="28"/>
                    <a:pt x="62" y="28"/>
                    <a:pt x="62" y="28"/>
                  </a:cubicBezTo>
                  <a:cubicBezTo>
                    <a:pt x="61" y="28"/>
                    <a:pt x="60" y="27"/>
                    <a:pt x="60" y="26"/>
                  </a:cubicBezTo>
                  <a:cubicBezTo>
                    <a:pt x="60" y="25"/>
                    <a:pt x="61" y="24"/>
                    <a:pt x="62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5" y="24"/>
                    <a:pt x="76" y="25"/>
                    <a:pt x="76" y="26"/>
                  </a:cubicBezTo>
                  <a:cubicBezTo>
                    <a:pt x="76" y="27"/>
                    <a:pt x="75" y="28"/>
                    <a:pt x="74" y="28"/>
                  </a:cubicBezTo>
                  <a:close/>
                  <a:moveTo>
                    <a:pt x="74" y="20"/>
                  </a:moveTo>
                  <a:cubicBezTo>
                    <a:pt x="62" y="20"/>
                    <a:pt x="62" y="20"/>
                    <a:pt x="62" y="20"/>
                  </a:cubicBezTo>
                  <a:cubicBezTo>
                    <a:pt x="61" y="20"/>
                    <a:pt x="60" y="19"/>
                    <a:pt x="60" y="18"/>
                  </a:cubicBezTo>
                  <a:cubicBezTo>
                    <a:pt x="60" y="17"/>
                    <a:pt x="61" y="16"/>
                    <a:pt x="62" y="16"/>
                  </a:cubicBezTo>
                  <a:cubicBezTo>
                    <a:pt x="74" y="16"/>
                    <a:pt x="74" y="16"/>
                    <a:pt x="74" y="16"/>
                  </a:cubicBezTo>
                  <a:cubicBezTo>
                    <a:pt x="75" y="16"/>
                    <a:pt x="76" y="17"/>
                    <a:pt x="76" y="18"/>
                  </a:cubicBezTo>
                  <a:cubicBezTo>
                    <a:pt x="76" y="19"/>
                    <a:pt x="75" y="20"/>
                    <a:pt x="74" y="20"/>
                  </a:cubicBezTo>
                  <a:close/>
                  <a:moveTo>
                    <a:pt x="74" y="12"/>
                  </a:moveTo>
                  <a:cubicBezTo>
                    <a:pt x="62" y="12"/>
                    <a:pt x="62" y="12"/>
                    <a:pt x="62" y="12"/>
                  </a:cubicBezTo>
                  <a:cubicBezTo>
                    <a:pt x="61" y="12"/>
                    <a:pt x="60" y="11"/>
                    <a:pt x="60" y="10"/>
                  </a:cubicBezTo>
                  <a:cubicBezTo>
                    <a:pt x="60" y="9"/>
                    <a:pt x="61" y="8"/>
                    <a:pt x="62" y="8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75" y="8"/>
                    <a:pt x="76" y="9"/>
                    <a:pt x="76" y="10"/>
                  </a:cubicBezTo>
                  <a:cubicBezTo>
                    <a:pt x="76" y="11"/>
                    <a:pt x="75" y="12"/>
                    <a:pt x="7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endParaRPr lang="id-ID" sz="7202"/>
            </a:p>
          </p:txBody>
        </p:sp>
      </p:grpSp>
      <p:cxnSp>
        <p:nvCxnSpPr>
          <p:cNvPr id="7" name="Straight Connector 6"/>
          <p:cNvCxnSpPr/>
          <p:nvPr/>
        </p:nvCxnSpPr>
        <p:spPr>
          <a:xfrm>
            <a:off x="831852" y="11381272"/>
            <a:ext cx="61404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oogle Shape;8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913" y="799256"/>
            <a:ext cx="5376508" cy="19265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80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Orleans Roman" pitchFamily="50" charset="0"/>
                <a:ea typeface="Open Sans"/>
                <a:cs typeface="Orleans Roman" pitchFamily="50" charset="0"/>
                <a:sym typeface="Open Sans"/>
              </a:rPr>
              <a:t>Disclaimer</a:t>
            </a:r>
            <a:endParaRPr lang="en-US" dirty="0">
              <a:solidFill>
                <a:schemeClr val="tx2">
                  <a:lumMod val="50000"/>
                </a:schemeClr>
              </a:solidFill>
              <a:latin typeface="Orleans Roman" pitchFamily="50" charset="0"/>
              <a:cs typeface="Orleans Roman" pitchFamily="50" charset="0"/>
            </a:endParaRPr>
          </a:p>
        </p:txBody>
      </p:sp>
      <p:sp>
        <p:nvSpPr>
          <p:cNvPr id="3" name="Google Shape;87;p2"/>
          <p:cNvSpPr txBox="1">
            <a:spLocks/>
          </p:cNvSpPr>
          <p:nvPr/>
        </p:nvSpPr>
        <p:spPr>
          <a:xfrm>
            <a:off x="421438" y="3861194"/>
            <a:ext cx="22495712" cy="438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43800" tIns="243800" rIns="243800" bIns="243800" rtlCol="0" anchor="t" anchorCtr="0">
            <a:no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600"/>
              </a:spcBef>
              <a:buClr>
                <a:srgbClr val="000000"/>
              </a:buClr>
              <a:buSzPts val="1800"/>
              <a:buNone/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The following presentation and all the information,  including technology, workflows and the methodologies depicted  are adopted &amp; proprietary to Molecular Connections.</a:t>
            </a:r>
            <a:endParaRPr lang="en-US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228600" indent="0">
              <a:spcBef>
                <a:spcPts val="600"/>
              </a:spcBef>
              <a:buClr>
                <a:srgbClr val="000000"/>
              </a:buClr>
              <a:buSzPts val="1800"/>
              <a:buNone/>
            </a:pPr>
            <a:endParaRPr lang="en-US" sz="3200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Open Sans"/>
            </a:endParaRPr>
          </a:p>
          <a:p>
            <a:pPr marL="114300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800"/>
              <a:buNone/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Unless express written permission is obtained from Molecular Connections Pvt. Ltd., this document is not to be used,  reproduced, copied, distributed, or disclosed (in whole or in part).  </a:t>
            </a:r>
          </a:p>
          <a:p>
            <a:pPr marL="114300" indent="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800"/>
              <a:buNone/>
            </a:pPr>
            <a:endParaRPr lang="en-US" dirty="0" smtClean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114300" indent="0">
              <a:spcBef>
                <a:spcPts val="600"/>
              </a:spcBef>
              <a:buClr>
                <a:srgbClr val="000000"/>
              </a:buClr>
              <a:buSzPts val="1800"/>
              <a:buNone/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Open Sans"/>
              </a:rPr>
              <a:t>Thank you.</a:t>
            </a:r>
            <a:endParaRPr lang="en-US" dirty="0">
              <a:solidFill>
                <a:schemeClr val="tx2">
                  <a:lumMod val="50000"/>
                </a:schemeClr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21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picture containing outdoor&#10;&#10;Description automatically generated">
            <a:extLst>
              <a:ext uri="{FF2B5EF4-FFF2-40B4-BE49-F238E27FC236}">
                <a16:creationId xmlns:a16="http://schemas.microsoft.com/office/drawing/2014/main" id="{7BACDF48-F0AE-497E-B545-5944385D49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50" r="33878"/>
          <a:stretch/>
        </p:blipFill>
        <p:spPr>
          <a:xfrm>
            <a:off x="14898009" y="0"/>
            <a:ext cx="8425542" cy="79502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342ACD74-417C-4C60-9A08-725D18E945D9}"/>
              </a:ext>
            </a:extLst>
          </p:cNvPr>
          <p:cNvSpPr/>
          <p:nvPr/>
        </p:nvSpPr>
        <p:spPr>
          <a:xfrm>
            <a:off x="6351" y="3048001"/>
            <a:ext cx="14891658" cy="346821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8E352-C225-436E-B7AE-8B40EAA0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latin typeface="Orleans Roman" pitchFamily="50" charset="0"/>
                <a:cs typeface="Orleans Roman" pitchFamily="50" charset="0"/>
              </a:rPr>
              <a:t>About </a:t>
            </a:r>
            <a:r>
              <a:rPr lang="en-US" sz="8000" dirty="0" smtClean="0">
                <a:latin typeface="Orleans Roman" pitchFamily="50" charset="0"/>
                <a:cs typeface="Orleans Roman" pitchFamily="50" charset="0"/>
              </a:rPr>
              <a:t>Company</a:t>
            </a:r>
            <a:endParaRPr lang="en-US" sz="8000" dirty="0">
              <a:latin typeface="Orleans Roman" pitchFamily="50" charset="0"/>
              <a:cs typeface="Orleans Roman" pitchFamily="50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112BF1-FEE9-4399-A72B-F2144FDB0BA4}"/>
              </a:ext>
            </a:extLst>
          </p:cNvPr>
          <p:cNvSpPr/>
          <p:nvPr/>
        </p:nvSpPr>
        <p:spPr>
          <a:xfrm>
            <a:off x="23323550" y="3048000"/>
            <a:ext cx="1066800" cy="4902200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202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37E15F-7879-49CA-896B-591E3D082CDB}"/>
              </a:ext>
            </a:extLst>
          </p:cNvPr>
          <p:cNvSpPr txBox="1"/>
          <p:nvPr/>
        </p:nvSpPr>
        <p:spPr>
          <a:xfrm>
            <a:off x="3184983" y="4454125"/>
            <a:ext cx="1061719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</a:pPr>
            <a:r>
              <a:rPr lang="en-US" sz="2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Multilingual content management. ISO </a:t>
            </a:r>
            <a:r>
              <a:rPr lang="en-US" sz="2800" dirty="0" smtClean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27001 Certified </a:t>
            </a:r>
            <a:r>
              <a:rPr lang="en-US" sz="28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knowledge management platforms and workflow systems.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3B464C-49B6-4A57-9B4F-403EE6243422}"/>
              </a:ext>
            </a:extLst>
          </p:cNvPr>
          <p:cNvSpPr txBox="1"/>
          <p:nvPr/>
        </p:nvSpPr>
        <p:spPr>
          <a:xfrm>
            <a:off x="563424" y="9897335"/>
            <a:ext cx="3460812" cy="12311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Established in 2002 as a Machine Learning Company. Right mix of AI/ML and Human Cognition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5FD83B-A52B-4615-87D4-C9D47E420922}"/>
              </a:ext>
            </a:extLst>
          </p:cNvPr>
          <p:cNvSpPr txBox="1"/>
          <p:nvPr/>
        </p:nvSpPr>
        <p:spPr>
          <a:xfrm>
            <a:off x="5167086" y="9865491"/>
            <a:ext cx="3238094" cy="123110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Modular &amp; Enterprise wide platforms enabling knowledge management across multiple domains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8E116B-AA72-4177-ACDE-2E784895DE7D}"/>
              </a:ext>
            </a:extLst>
          </p:cNvPr>
          <p:cNvSpPr txBox="1"/>
          <p:nvPr/>
        </p:nvSpPr>
        <p:spPr>
          <a:xfrm>
            <a:off x="9759080" y="9573830"/>
            <a:ext cx="3690080" cy="15388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 indent="109220">
              <a:buClr>
                <a:srgbClr val="000000"/>
              </a:buClr>
              <a:buSzPts val="1200"/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/>
            </a:r>
            <a:b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</a:b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Technology partnership</a:t>
            </a:r>
            <a:b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</a:b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from Singapore Govt. &amp; National University of Singapore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6F9C64F-36A7-49CD-B68C-C288B3602F97}"/>
              </a:ext>
            </a:extLst>
          </p:cNvPr>
          <p:cNvCxnSpPr/>
          <p:nvPr/>
        </p:nvCxnSpPr>
        <p:spPr>
          <a:xfrm>
            <a:off x="1911350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F99EC0A-47FB-4F08-BC00-EF368C60B007}"/>
              </a:ext>
            </a:extLst>
          </p:cNvPr>
          <p:cNvCxnSpPr/>
          <p:nvPr/>
        </p:nvCxnSpPr>
        <p:spPr>
          <a:xfrm>
            <a:off x="6519636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1127922" y="8986418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58" y="3920432"/>
            <a:ext cx="1730764" cy="173076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BC1F9BA-79CB-5D94-C923-466D77B979B4}"/>
              </a:ext>
            </a:extLst>
          </p:cNvPr>
          <p:cNvGrpSpPr/>
          <p:nvPr/>
        </p:nvGrpSpPr>
        <p:grpSpPr>
          <a:xfrm>
            <a:off x="563424" y="8143313"/>
            <a:ext cx="1240152" cy="1227234"/>
            <a:chOff x="4076692" y="1433505"/>
            <a:chExt cx="4037294" cy="3995236"/>
          </a:xfrm>
          <a:solidFill>
            <a:schemeClr val="tx1"/>
          </a:solidFill>
        </p:grpSpPr>
        <p:sp>
          <p:nvSpPr>
            <p:cNvPr id="24" name="Freeform: Shape 42">
              <a:extLst>
                <a:ext uri="{FF2B5EF4-FFF2-40B4-BE49-F238E27FC236}">
                  <a16:creationId xmlns:a16="http://schemas.microsoft.com/office/drawing/2014/main" id="{96967722-5C45-6B2C-7677-21532E392BA1}"/>
                </a:ext>
              </a:extLst>
            </p:cNvPr>
            <p:cNvSpPr/>
            <p:nvPr/>
          </p:nvSpPr>
          <p:spPr>
            <a:xfrm>
              <a:off x="4076692" y="3677247"/>
              <a:ext cx="3872957" cy="1751494"/>
            </a:xfrm>
            <a:custGeom>
              <a:avLst/>
              <a:gdLst>
                <a:gd name="connsiteX0" fmla="*/ 190222 w 3872957"/>
                <a:gd name="connsiteY0" fmla="*/ 1284420 h 1751494"/>
                <a:gd name="connsiteX1" fmla="*/ 41441 w 3872957"/>
                <a:gd name="connsiteY1" fmla="*/ 1140116 h 1751494"/>
                <a:gd name="connsiteX2" fmla="*/ 127928 w 3872957"/>
                <a:gd name="connsiteY2" fmla="*/ 855033 h 1751494"/>
                <a:gd name="connsiteX3" fmla="*/ 416250 w 3872957"/>
                <a:gd name="connsiteY3" fmla="*/ 487844 h 1751494"/>
                <a:gd name="connsiteX4" fmla="*/ 637420 w 3872957"/>
                <a:gd name="connsiteY4" fmla="*/ 285057 h 1751494"/>
                <a:gd name="connsiteX5" fmla="*/ 1072142 w 3872957"/>
                <a:gd name="connsiteY5" fmla="*/ 178948 h 1751494"/>
                <a:gd name="connsiteX6" fmla="*/ 2166374 w 3872957"/>
                <a:gd name="connsiteY6" fmla="*/ 47789 h 1751494"/>
                <a:gd name="connsiteX7" fmla="*/ 2501749 w 3872957"/>
                <a:gd name="connsiteY7" fmla="*/ 736 h 1751494"/>
                <a:gd name="connsiteX8" fmla="*/ 2660245 w 3872957"/>
                <a:gd name="connsiteY8" fmla="*/ 247624 h 1751494"/>
                <a:gd name="connsiteX9" fmla="*/ 2071219 w 3872957"/>
                <a:gd name="connsiteY9" fmla="*/ 603382 h 1751494"/>
                <a:gd name="connsiteX10" fmla="*/ 1880338 w 3872957"/>
                <a:gd name="connsiteY10" fmla="*/ 664342 h 1751494"/>
                <a:gd name="connsiteX11" fmla="*/ 2052454 w 3872957"/>
                <a:gd name="connsiteY11" fmla="*/ 687107 h 1751494"/>
                <a:gd name="connsiteX12" fmla="*/ 2772449 w 3872957"/>
                <a:gd name="connsiteY12" fmla="*/ 634339 h 1751494"/>
                <a:gd name="connsiteX13" fmla="*/ 3264701 w 3872957"/>
                <a:gd name="connsiteY13" fmla="*/ 372211 h 1751494"/>
                <a:gd name="connsiteX14" fmla="*/ 3719615 w 3872957"/>
                <a:gd name="connsiteY14" fmla="*/ 260578 h 1751494"/>
                <a:gd name="connsiteX15" fmla="*/ 3814389 w 3872957"/>
                <a:gd name="connsiteY15" fmla="*/ 532040 h 1751494"/>
                <a:gd name="connsiteX16" fmla="*/ 2713299 w 3872957"/>
                <a:gd name="connsiteY16" fmla="*/ 1203076 h 1751494"/>
                <a:gd name="connsiteX17" fmla="*/ 1461142 w 3872957"/>
                <a:gd name="connsiteY17" fmla="*/ 1333093 h 1751494"/>
                <a:gd name="connsiteX18" fmla="*/ 1215398 w 3872957"/>
                <a:gd name="connsiteY18" fmla="*/ 1364430 h 1751494"/>
                <a:gd name="connsiteX19" fmla="*/ 861925 w 3872957"/>
                <a:gd name="connsiteY19" fmla="*/ 1615699 h 1751494"/>
                <a:gd name="connsiteX20" fmla="*/ 812585 w 3872957"/>
                <a:gd name="connsiteY20" fmla="*/ 1657609 h 1751494"/>
                <a:gd name="connsiteX21" fmla="*/ 812299 w 3872957"/>
                <a:gd name="connsiteY21" fmla="*/ 1657800 h 1751494"/>
                <a:gd name="connsiteX22" fmla="*/ 679712 w 3872957"/>
                <a:gd name="connsiteY22" fmla="*/ 1751335 h 1751494"/>
                <a:gd name="connsiteX23" fmla="*/ 461970 w 3872957"/>
                <a:gd name="connsiteY23" fmla="*/ 1546739 h 1751494"/>
                <a:gd name="connsiteX24" fmla="*/ 190317 w 3872957"/>
                <a:gd name="connsiteY24" fmla="*/ 1284515 h 175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872957" h="1751494">
                  <a:moveTo>
                    <a:pt x="190222" y="1284420"/>
                  </a:moveTo>
                  <a:cubicBezTo>
                    <a:pt x="140596" y="1236414"/>
                    <a:pt x="91066" y="1188313"/>
                    <a:pt x="41441" y="1140116"/>
                  </a:cubicBezTo>
                  <a:cubicBezTo>
                    <a:pt x="-66763" y="1034960"/>
                    <a:pt x="63825" y="944663"/>
                    <a:pt x="127928" y="855033"/>
                  </a:cubicBezTo>
                  <a:cubicBezTo>
                    <a:pt x="218416" y="728446"/>
                    <a:pt x="314713" y="605859"/>
                    <a:pt x="416250" y="487844"/>
                  </a:cubicBezTo>
                  <a:cubicBezTo>
                    <a:pt x="481782" y="411644"/>
                    <a:pt x="550934" y="336301"/>
                    <a:pt x="637420" y="285057"/>
                  </a:cubicBezTo>
                  <a:cubicBezTo>
                    <a:pt x="766865" y="208285"/>
                    <a:pt x="922313" y="192760"/>
                    <a:pt x="1072142" y="178948"/>
                  </a:cubicBezTo>
                  <a:cubicBezTo>
                    <a:pt x="1440378" y="144944"/>
                    <a:pt x="1805471" y="112654"/>
                    <a:pt x="2166374" y="47789"/>
                  </a:cubicBezTo>
                  <a:cubicBezTo>
                    <a:pt x="2271339" y="28930"/>
                    <a:pt x="2395450" y="-5456"/>
                    <a:pt x="2501749" y="736"/>
                  </a:cubicBezTo>
                  <a:cubicBezTo>
                    <a:pt x="2644719" y="9118"/>
                    <a:pt x="2713775" y="115417"/>
                    <a:pt x="2660245" y="247624"/>
                  </a:cubicBezTo>
                  <a:cubicBezTo>
                    <a:pt x="2569281" y="472128"/>
                    <a:pt x="2286770" y="562997"/>
                    <a:pt x="2071219" y="603382"/>
                  </a:cubicBezTo>
                  <a:cubicBezTo>
                    <a:pt x="2008925" y="615098"/>
                    <a:pt x="1947870" y="630433"/>
                    <a:pt x="1880338" y="664342"/>
                  </a:cubicBezTo>
                  <a:cubicBezTo>
                    <a:pt x="1946632" y="670057"/>
                    <a:pt x="1998162" y="688822"/>
                    <a:pt x="2052454" y="687107"/>
                  </a:cubicBezTo>
                  <a:cubicBezTo>
                    <a:pt x="2244860" y="776737"/>
                    <a:pt x="2585093" y="708824"/>
                    <a:pt x="2772449" y="634339"/>
                  </a:cubicBezTo>
                  <a:cubicBezTo>
                    <a:pt x="2945328" y="565664"/>
                    <a:pt x="3098681" y="456031"/>
                    <a:pt x="3264701" y="372211"/>
                  </a:cubicBezTo>
                  <a:cubicBezTo>
                    <a:pt x="3393956" y="306964"/>
                    <a:pt x="3570930" y="232955"/>
                    <a:pt x="3719615" y="260578"/>
                  </a:cubicBezTo>
                  <a:cubicBezTo>
                    <a:pt x="3851727" y="285152"/>
                    <a:pt x="3935357" y="424408"/>
                    <a:pt x="3814389" y="532040"/>
                  </a:cubicBezTo>
                  <a:cubicBezTo>
                    <a:pt x="3497588" y="813790"/>
                    <a:pt x="3124017" y="1082204"/>
                    <a:pt x="2713299" y="1203076"/>
                  </a:cubicBezTo>
                  <a:cubicBezTo>
                    <a:pt x="2313249" y="1320806"/>
                    <a:pt x="1875385" y="1329568"/>
                    <a:pt x="1461142" y="1333093"/>
                  </a:cubicBezTo>
                  <a:cubicBezTo>
                    <a:pt x="1378084" y="1333759"/>
                    <a:pt x="1292645" y="1333759"/>
                    <a:pt x="1215398" y="1364430"/>
                  </a:cubicBezTo>
                  <a:cubicBezTo>
                    <a:pt x="1083953" y="1416817"/>
                    <a:pt x="986512" y="1569313"/>
                    <a:pt x="861925" y="1615699"/>
                  </a:cubicBezTo>
                  <a:cubicBezTo>
                    <a:pt x="840398" y="1623700"/>
                    <a:pt x="825063" y="1639036"/>
                    <a:pt x="812585" y="1657609"/>
                  </a:cubicBezTo>
                  <a:cubicBezTo>
                    <a:pt x="812490" y="1657609"/>
                    <a:pt x="812395" y="1657705"/>
                    <a:pt x="812299" y="1657800"/>
                  </a:cubicBezTo>
                  <a:cubicBezTo>
                    <a:pt x="770008" y="1683041"/>
                    <a:pt x="731432" y="1755336"/>
                    <a:pt x="679712" y="1751335"/>
                  </a:cubicBezTo>
                  <a:cubicBezTo>
                    <a:pt x="623419" y="1746859"/>
                    <a:pt x="503690" y="1586839"/>
                    <a:pt x="461970" y="1546739"/>
                  </a:cubicBezTo>
                  <a:cubicBezTo>
                    <a:pt x="371292" y="1459490"/>
                    <a:pt x="280709" y="1372050"/>
                    <a:pt x="190317" y="12845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/>
            </a:p>
          </p:txBody>
        </p:sp>
        <p:sp>
          <p:nvSpPr>
            <p:cNvPr id="25" name="Freeform: Shape 43">
              <a:extLst>
                <a:ext uri="{FF2B5EF4-FFF2-40B4-BE49-F238E27FC236}">
                  <a16:creationId xmlns:a16="http://schemas.microsoft.com/office/drawing/2014/main" id="{CE341123-A5FB-5F73-0D66-F1259C10A51E}"/>
                </a:ext>
              </a:extLst>
            </p:cNvPr>
            <p:cNvSpPr/>
            <p:nvPr/>
          </p:nvSpPr>
          <p:spPr>
            <a:xfrm>
              <a:off x="6679501" y="1537455"/>
              <a:ext cx="1434485" cy="1439487"/>
            </a:xfrm>
            <a:custGeom>
              <a:avLst/>
              <a:gdLst>
                <a:gd name="connsiteX0" fmla="*/ 1401794 w 1434485"/>
                <a:gd name="connsiteY0" fmla="*/ 217144 h 1439487"/>
                <a:gd name="connsiteX1" fmla="*/ 277177 w 1434485"/>
                <a:gd name="connsiteY1" fmla="*/ 1439488 h 1439487"/>
                <a:gd name="connsiteX2" fmla="*/ 163735 w 1434485"/>
                <a:gd name="connsiteY2" fmla="*/ 1426915 h 1439487"/>
                <a:gd name="connsiteX3" fmla="*/ 158877 w 1434485"/>
                <a:gd name="connsiteY3" fmla="*/ 1418914 h 1439487"/>
                <a:gd name="connsiteX4" fmla="*/ 168497 w 1434485"/>
                <a:gd name="connsiteY4" fmla="*/ 1369860 h 1439487"/>
                <a:gd name="connsiteX5" fmla="*/ 730853 w 1434485"/>
                <a:gd name="connsiteY5" fmla="*/ 578713 h 1439487"/>
                <a:gd name="connsiteX6" fmla="*/ 344138 w 1434485"/>
                <a:gd name="connsiteY6" fmla="*/ 935806 h 1439487"/>
                <a:gd name="connsiteX7" fmla="*/ 164306 w 1434485"/>
                <a:gd name="connsiteY7" fmla="*/ 1172883 h 1439487"/>
                <a:gd name="connsiteX8" fmla="*/ 161068 w 1434485"/>
                <a:gd name="connsiteY8" fmla="*/ 1177931 h 1439487"/>
                <a:gd name="connsiteX9" fmla="*/ 79724 w 1434485"/>
                <a:gd name="connsiteY9" fmla="*/ 1296708 h 1439487"/>
                <a:gd name="connsiteX10" fmla="*/ 40005 w 1434485"/>
                <a:gd name="connsiteY10" fmla="*/ 1331093 h 1439487"/>
                <a:gd name="connsiteX11" fmla="*/ 9620 w 1434485"/>
                <a:gd name="connsiteY11" fmla="*/ 1296422 h 1439487"/>
                <a:gd name="connsiteX12" fmla="*/ 0 w 1434485"/>
                <a:gd name="connsiteY12" fmla="*/ 1182503 h 1439487"/>
                <a:gd name="connsiteX13" fmla="*/ 498348 w 1434485"/>
                <a:gd name="connsiteY13" fmla="*/ 287248 h 1439487"/>
                <a:gd name="connsiteX14" fmla="*/ 974788 w 1434485"/>
                <a:gd name="connsiteY14" fmla="*/ 52362 h 1439487"/>
                <a:gd name="connsiteX15" fmla="*/ 1433608 w 1434485"/>
                <a:gd name="connsiteY15" fmla="*/ 65125 h 1439487"/>
                <a:gd name="connsiteX16" fmla="*/ 1401794 w 1434485"/>
                <a:gd name="connsiteY16" fmla="*/ 217240 h 143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4485" h="1439487">
                  <a:moveTo>
                    <a:pt x="1401794" y="217144"/>
                  </a:moveTo>
                  <a:cubicBezTo>
                    <a:pt x="1266539" y="769309"/>
                    <a:pt x="873728" y="1344619"/>
                    <a:pt x="277177" y="1439488"/>
                  </a:cubicBezTo>
                  <a:cubicBezTo>
                    <a:pt x="239173" y="1437011"/>
                    <a:pt x="200882" y="1437106"/>
                    <a:pt x="163735" y="1426915"/>
                  </a:cubicBezTo>
                  <a:cubicBezTo>
                    <a:pt x="162115" y="1424248"/>
                    <a:pt x="160496" y="1421581"/>
                    <a:pt x="158877" y="1418914"/>
                  </a:cubicBezTo>
                  <a:cubicBezTo>
                    <a:pt x="151543" y="1400530"/>
                    <a:pt x="160877" y="1385195"/>
                    <a:pt x="168497" y="1369860"/>
                  </a:cubicBezTo>
                  <a:cubicBezTo>
                    <a:pt x="316421" y="1071727"/>
                    <a:pt x="508349" y="823601"/>
                    <a:pt x="730853" y="578713"/>
                  </a:cubicBezTo>
                  <a:cubicBezTo>
                    <a:pt x="622078" y="698443"/>
                    <a:pt x="428815" y="778643"/>
                    <a:pt x="344138" y="935806"/>
                  </a:cubicBezTo>
                  <a:cubicBezTo>
                    <a:pt x="275844" y="1008481"/>
                    <a:pt x="214979" y="1086872"/>
                    <a:pt x="164306" y="1172883"/>
                  </a:cubicBezTo>
                  <a:cubicBezTo>
                    <a:pt x="162115" y="1173835"/>
                    <a:pt x="161068" y="1175455"/>
                    <a:pt x="161068" y="1177931"/>
                  </a:cubicBezTo>
                  <a:cubicBezTo>
                    <a:pt x="124206" y="1210792"/>
                    <a:pt x="108013" y="1257846"/>
                    <a:pt x="79724" y="1296708"/>
                  </a:cubicBezTo>
                  <a:cubicBezTo>
                    <a:pt x="68675" y="1310710"/>
                    <a:pt x="59626" y="1326997"/>
                    <a:pt x="40005" y="1331093"/>
                  </a:cubicBezTo>
                  <a:cubicBezTo>
                    <a:pt x="24003" y="1324616"/>
                    <a:pt x="13621" y="1313377"/>
                    <a:pt x="9620" y="1296422"/>
                  </a:cubicBezTo>
                  <a:cubicBezTo>
                    <a:pt x="6382" y="1258417"/>
                    <a:pt x="3143" y="1220508"/>
                    <a:pt x="0" y="1182503"/>
                  </a:cubicBezTo>
                  <a:cubicBezTo>
                    <a:pt x="31147" y="828554"/>
                    <a:pt x="214408" y="506609"/>
                    <a:pt x="498348" y="287248"/>
                  </a:cubicBezTo>
                  <a:cubicBezTo>
                    <a:pt x="639413" y="178282"/>
                    <a:pt x="802672" y="98653"/>
                    <a:pt x="974788" y="52362"/>
                  </a:cubicBezTo>
                  <a:cubicBezTo>
                    <a:pt x="1053846" y="31121"/>
                    <a:pt x="1455706" y="-60986"/>
                    <a:pt x="1433608" y="65125"/>
                  </a:cubicBezTo>
                  <a:cubicBezTo>
                    <a:pt x="1424654" y="116560"/>
                    <a:pt x="1413986" y="167233"/>
                    <a:pt x="1401794" y="21724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/>
            </a:p>
          </p:txBody>
        </p:sp>
        <p:sp>
          <p:nvSpPr>
            <p:cNvPr id="26" name="Freeform: Shape 44">
              <a:extLst>
                <a:ext uri="{FF2B5EF4-FFF2-40B4-BE49-F238E27FC236}">
                  <a16:creationId xmlns:a16="http://schemas.microsoft.com/office/drawing/2014/main" id="{E447315A-B664-3090-7FAF-A926ABD3E57E}"/>
                </a:ext>
              </a:extLst>
            </p:cNvPr>
            <p:cNvSpPr/>
            <p:nvPr/>
          </p:nvSpPr>
          <p:spPr>
            <a:xfrm>
              <a:off x="5291100" y="2023503"/>
              <a:ext cx="1361867" cy="1379905"/>
            </a:xfrm>
            <a:custGeom>
              <a:avLst/>
              <a:gdLst>
                <a:gd name="connsiteX0" fmla="*/ 361606 w 1361867"/>
                <a:gd name="connsiteY0" fmla="*/ 51708 h 1379905"/>
                <a:gd name="connsiteX1" fmla="*/ 1020070 w 1361867"/>
                <a:gd name="connsiteY1" fmla="*/ 389465 h 1379905"/>
                <a:gd name="connsiteX2" fmla="*/ 1318393 w 1361867"/>
                <a:gd name="connsiteY2" fmla="*/ 875621 h 1379905"/>
                <a:gd name="connsiteX3" fmla="*/ 1238002 w 1361867"/>
                <a:gd name="connsiteY3" fmla="*/ 1161942 h 1379905"/>
                <a:gd name="connsiteX4" fmla="*/ 1190281 w 1361867"/>
                <a:gd name="connsiteY4" fmla="*/ 1094886 h 1379905"/>
                <a:gd name="connsiteX5" fmla="*/ 1159706 w 1361867"/>
                <a:gd name="connsiteY5" fmla="*/ 1048690 h 1379905"/>
                <a:gd name="connsiteX6" fmla="*/ 1076267 w 1361867"/>
                <a:gd name="connsiteY6" fmla="*/ 942296 h 1379905"/>
                <a:gd name="connsiteX7" fmla="*/ 1068076 w 1361867"/>
                <a:gd name="connsiteY7" fmla="*/ 933723 h 1379905"/>
                <a:gd name="connsiteX8" fmla="*/ 677551 w 1361867"/>
                <a:gd name="connsiteY8" fmla="*/ 552247 h 1379905"/>
                <a:gd name="connsiteX9" fmla="*/ 663073 w 1361867"/>
                <a:gd name="connsiteY9" fmla="*/ 547008 h 1379905"/>
                <a:gd name="connsiteX10" fmla="*/ 671074 w 1361867"/>
                <a:gd name="connsiteY10" fmla="*/ 559295 h 1379905"/>
                <a:gd name="connsiteX11" fmla="*/ 710221 w 1361867"/>
                <a:gd name="connsiteY11" fmla="*/ 600253 h 1379905"/>
                <a:gd name="connsiteX12" fmla="*/ 990256 w 1361867"/>
                <a:gd name="connsiteY12" fmla="*/ 934104 h 1379905"/>
                <a:gd name="connsiteX13" fmla="*/ 1139513 w 1361867"/>
                <a:gd name="connsiteY13" fmla="*/ 1172515 h 1379905"/>
                <a:gd name="connsiteX14" fmla="*/ 1189710 w 1361867"/>
                <a:gd name="connsiteY14" fmla="*/ 1268432 h 1379905"/>
                <a:gd name="connsiteX15" fmla="*/ 1196568 w 1361867"/>
                <a:gd name="connsiteY15" fmla="*/ 1286720 h 1379905"/>
                <a:gd name="connsiteX16" fmla="*/ 803090 w 1361867"/>
                <a:gd name="connsiteY16" fmla="*/ 1278338 h 1379905"/>
                <a:gd name="connsiteX17" fmla="*/ 514 w 1361867"/>
                <a:gd name="connsiteY17" fmla="*/ 106477 h 1379905"/>
                <a:gd name="connsiteX18" fmla="*/ 514 w 1361867"/>
                <a:gd name="connsiteY18" fmla="*/ 73425 h 1379905"/>
                <a:gd name="connsiteX19" fmla="*/ 79571 w 1361867"/>
                <a:gd name="connsiteY19" fmla="*/ 3702 h 1379905"/>
                <a:gd name="connsiteX20" fmla="*/ 361606 w 1361867"/>
                <a:gd name="connsiteY20" fmla="*/ 51613 h 137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61867" h="1379905">
                  <a:moveTo>
                    <a:pt x="361606" y="51708"/>
                  </a:moveTo>
                  <a:cubicBezTo>
                    <a:pt x="605161" y="108572"/>
                    <a:pt x="833094" y="208966"/>
                    <a:pt x="1020070" y="389465"/>
                  </a:cubicBezTo>
                  <a:cubicBezTo>
                    <a:pt x="1158087" y="522815"/>
                    <a:pt x="1262767" y="691788"/>
                    <a:pt x="1318393" y="875621"/>
                  </a:cubicBezTo>
                  <a:cubicBezTo>
                    <a:pt x="1355064" y="996588"/>
                    <a:pt x="1424311" y="1427023"/>
                    <a:pt x="1238002" y="1161942"/>
                  </a:cubicBezTo>
                  <a:cubicBezTo>
                    <a:pt x="1224476" y="1137939"/>
                    <a:pt x="1213618" y="1111936"/>
                    <a:pt x="1190281" y="1094886"/>
                  </a:cubicBezTo>
                  <a:cubicBezTo>
                    <a:pt x="1183328" y="1077360"/>
                    <a:pt x="1174375" y="1061072"/>
                    <a:pt x="1159706" y="1048690"/>
                  </a:cubicBezTo>
                  <a:cubicBezTo>
                    <a:pt x="1133798" y="1011733"/>
                    <a:pt x="1109224" y="973728"/>
                    <a:pt x="1076267" y="942296"/>
                  </a:cubicBezTo>
                  <a:lnTo>
                    <a:pt x="1068076" y="933723"/>
                  </a:lnTo>
                  <a:cubicBezTo>
                    <a:pt x="956157" y="787895"/>
                    <a:pt x="827855" y="658832"/>
                    <a:pt x="677551" y="552247"/>
                  </a:cubicBezTo>
                  <a:cubicBezTo>
                    <a:pt x="674503" y="545008"/>
                    <a:pt x="667168" y="542055"/>
                    <a:pt x="663073" y="547008"/>
                  </a:cubicBezTo>
                  <a:cubicBezTo>
                    <a:pt x="657358" y="553961"/>
                    <a:pt x="667930" y="555295"/>
                    <a:pt x="671074" y="559295"/>
                  </a:cubicBezTo>
                  <a:cubicBezTo>
                    <a:pt x="684123" y="573011"/>
                    <a:pt x="697077" y="586727"/>
                    <a:pt x="710221" y="600253"/>
                  </a:cubicBezTo>
                  <a:cubicBezTo>
                    <a:pt x="811377" y="705028"/>
                    <a:pt x="901198" y="819233"/>
                    <a:pt x="990256" y="934104"/>
                  </a:cubicBezTo>
                  <a:cubicBezTo>
                    <a:pt x="1039977" y="1013543"/>
                    <a:pt x="1089793" y="1093076"/>
                    <a:pt x="1139513" y="1172515"/>
                  </a:cubicBezTo>
                  <a:cubicBezTo>
                    <a:pt x="1151610" y="1206900"/>
                    <a:pt x="1170850" y="1237571"/>
                    <a:pt x="1189710" y="1268432"/>
                  </a:cubicBezTo>
                  <a:cubicBezTo>
                    <a:pt x="1191996" y="1274432"/>
                    <a:pt x="1194282" y="1280433"/>
                    <a:pt x="1196568" y="1286720"/>
                  </a:cubicBezTo>
                  <a:cubicBezTo>
                    <a:pt x="1225714" y="1471600"/>
                    <a:pt x="905103" y="1333678"/>
                    <a:pt x="803090" y="1278338"/>
                  </a:cubicBezTo>
                  <a:cubicBezTo>
                    <a:pt x="344080" y="1029545"/>
                    <a:pt x="100812" y="602634"/>
                    <a:pt x="514" y="106477"/>
                  </a:cubicBezTo>
                  <a:cubicBezTo>
                    <a:pt x="514" y="95428"/>
                    <a:pt x="895" y="84379"/>
                    <a:pt x="514" y="73425"/>
                  </a:cubicBezTo>
                  <a:cubicBezTo>
                    <a:pt x="-1868" y="-2870"/>
                    <a:pt x="895" y="-5442"/>
                    <a:pt x="79571" y="3702"/>
                  </a:cubicBezTo>
                  <a:cubicBezTo>
                    <a:pt x="174916" y="14751"/>
                    <a:pt x="269309" y="30086"/>
                    <a:pt x="361606" y="516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/>
            </a:p>
          </p:txBody>
        </p:sp>
        <p:sp>
          <p:nvSpPr>
            <p:cNvPr id="27" name="Freeform: Shape 45">
              <a:extLst>
                <a:ext uri="{FF2B5EF4-FFF2-40B4-BE49-F238E27FC236}">
                  <a16:creationId xmlns:a16="http://schemas.microsoft.com/office/drawing/2014/main" id="{BE85C3BF-74F8-CECE-855D-32A452BFEB56}"/>
                </a:ext>
              </a:extLst>
            </p:cNvPr>
            <p:cNvSpPr/>
            <p:nvPr/>
          </p:nvSpPr>
          <p:spPr>
            <a:xfrm>
              <a:off x="5774436" y="1433505"/>
              <a:ext cx="903600" cy="916026"/>
            </a:xfrm>
            <a:custGeom>
              <a:avLst/>
              <a:gdLst>
                <a:gd name="connsiteX0" fmla="*/ 71342 w 903600"/>
                <a:gd name="connsiteY0" fmla="*/ 333191 h 916026"/>
                <a:gd name="connsiteX1" fmla="*/ 1143 w 903600"/>
                <a:gd name="connsiteY1" fmla="*/ 78778 h 916026"/>
                <a:gd name="connsiteX2" fmla="*/ 0 w 903600"/>
                <a:gd name="connsiteY2" fmla="*/ 10770 h 916026"/>
                <a:gd name="connsiteX3" fmla="*/ 116491 w 903600"/>
                <a:gd name="connsiteY3" fmla="*/ 6960 h 916026"/>
                <a:gd name="connsiteX4" fmla="*/ 708755 w 903600"/>
                <a:gd name="connsiteY4" fmla="*/ 285661 h 916026"/>
                <a:gd name="connsiteX5" fmla="*/ 880777 w 903600"/>
                <a:gd name="connsiteY5" fmla="*/ 597414 h 916026"/>
                <a:gd name="connsiteX6" fmla="*/ 850583 w 903600"/>
                <a:gd name="connsiteY6" fmla="*/ 809822 h 916026"/>
                <a:gd name="connsiteX7" fmla="*/ 763429 w 903600"/>
                <a:gd name="connsiteY7" fmla="*/ 687140 h 916026"/>
                <a:gd name="connsiteX8" fmla="*/ 469392 w 903600"/>
                <a:gd name="connsiteY8" fmla="*/ 381864 h 916026"/>
                <a:gd name="connsiteX9" fmla="*/ 449294 w 903600"/>
                <a:gd name="connsiteY9" fmla="*/ 373767 h 916026"/>
                <a:gd name="connsiteX10" fmla="*/ 441388 w 903600"/>
                <a:gd name="connsiteY10" fmla="*/ 356527 h 916026"/>
                <a:gd name="connsiteX11" fmla="*/ 434530 w 903600"/>
                <a:gd name="connsiteY11" fmla="*/ 358337 h 916026"/>
                <a:gd name="connsiteX12" fmla="*/ 449961 w 903600"/>
                <a:gd name="connsiteY12" fmla="*/ 372910 h 916026"/>
                <a:gd name="connsiteX13" fmla="*/ 464630 w 903600"/>
                <a:gd name="connsiteY13" fmla="*/ 387864 h 916026"/>
                <a:gd name="connsiteX14" fmla="*/ 705231 w 903600"/>
                <a:gd name="connsiteY14" fmla="*/ 687140 h 916026"/>
                <a:gd name="connsiteX15" fmla="*/ 801148 w 903600"/>
                <a:gd name="connsiteY15" fmla="*/ 865924 h 916026"/>
                <a:gd name="connsiteX16" fmla="*/ 771334 w 903600"/>
                <a:gd name="connsiteY16" fmla="*/ 915740 h 916026"/>
                <a:gd name="connsiteX17" fmla="*/ 595598 w 903600"/>
                <a:gd name="connsiteY17" fmla="*/ 884212 h 916026"/>
                <a:gd name="connsiteX18" fmla="*/ 594455 w 903600"/>
                <a:gd name="connsiteY18" fmla="*/ 885355 h 916026"/>
                <a:gd name="connsiteX19" fmla="*/ 583025 w 903600"/>
                <a:gd name="connsiteY19" fmla="*/ 877354 h 916026"/>
                <a:gd name="connsiteX20" fmla="*/ 218503 w 903600"/>
                <a:gd name="connsiteY20" fmla="*/ 584175 h 916026"/>
                <a:gd name="connsiteX21" fmla="*/ 71438 w 903600"/>
                <a:gd name="connsiteY21" fmla="*/ 333096 h 916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3600" h="916026">
                  <a:moveTo>
                    <a:pt x="71342" y="333191"/>
                  </a:moveTo>
                  <a:cubicBezTo>
                    <a:pt x="39433" y="252895"/>
                    <a:pt x="17240" y="168123"/>
                    <a:pt x="1143" y="78778"/>
                  </a:cubicBezTo>
                  <a:cubicBezTo>
                    <a:pt x="762" y="56109"/>
                    <a:pt x="381" y="33439"/>
                    <a:pt x="0" y="10770"/>
                  </a:cubicBezTo>
                  <a:cubicBezTo>
                    <a:pt x="38100" y="-11995"/>
                    <a:pt x="77629" y="8674"/>
                    <a:pt x="116491" y="6960"/>
                  </a:cubicBezTo>
                  <a:cubicBezTo>
                    <a:pt x="322040" y="-2375"/>
                    <a:pt x="576167" y="138500"/>
                    <a:pt x="708755" y="285661"/>
                  </a:cubicBezTo>
                  <a:cubicBezTo>
                    <a:pt x="788956" y="374625"/>
                    <a:pt x="847725" y="482352"/>
                    <a:pt x="880777" y="597414"/>
                  </a:cubicBezTo>
                  <a:cubicBezTo>
                    <a:pt x="892683" y="638753"/>
                    <a:pt x="939165" y="932028"/>
                    <a:pt x="850583" y="809822"/>
                  </a:cubicBezTo>
                  <a:cubicBezTo>
                    <a:pt x="821150" y="769245"/>
                    <a:pt x="792480" y="728097"/>
                    <a:pt x="763429" y="687140"/>
                  </a:cubicBezTo>
                  <a:cubicBezTo>
                    <a:pt x="680371" y="570935"/>
                    <a:pt x="584740" y="466922"/>
                    <a:pt x="469392" y="381864"/>
                  </a:cubicBezTo>
                  <a:cubicBezTo>
                    <a:pt x="464820" y="373958"/>
                    <a:pt x="459200" y="368433"/>
                    <a:pt x="449294" y="373767"/>
                  </a:cubicBezTo>
                  <a:cubicBezTo>
                    <a:pt x="453390" y="364909"/>
                    <a:pt x="448342" y="359956"/>
                    <a:pt x="441388" y="356527"/>
                  </a:cubicBezTo>
                  <a:cubicBezTo>
                    <a:pt x="439769" y="355765"/>
                    <a:pt x="436817" y="357670"/>
                    <a:pt x="434530" y="358337"/>
                  </a:cubicBezTo>
                  <a:cubicBezTo>
                    <a:pt x="439674" y="363195"/>
                    <a:pt x="444817" y="368052"/>
                    <a:pt x="449961" y="372910"/>
                  </a:cubicBezTo>
                  <a:cubicBezTo>
                    <a:pt x="454819" y="377863"/>
                    <a:pt x="459772" y="382911"/>
                    <a:pt x="464630" y="387864"/>
                  </a:cubicBezTo>
                  <a:cubicBezTo>
                    <a:pt x="551878" y="481971"/>
                    <a:pt x="629222" y="583984"/>
                    <a:pt x="705231" y="687140"/>
                  </a:cubicBezTo>
                  <a:cubicBezTo>
                    <a:pt x="737140" y="746766"/>
                    <a:pt x="768763" y="806583"/>
                    <a:pt x="801148" y="865924"/>
                  </a:cubicBezTo>
                  <a:cubicBezTo>
                    <a:pt x="820102" y="900595"/>
                    <a:pt x="809720" y="913930"/>
                    <a:pt x="771334" y="915740"/>
                  </a:cubicBezTo>
                  <a:cubicBezTo>
                    <a:pt x="709993" y="918597"/>
                    <a:pt x="653320" y="899547"/>
                    <a:pt x="595598" y="884212"/>
                  </a:cubicBezTo>
                  <a:cubicBezTo>
                    <a:pt x="595598" y="884212"/>
                    <a:pt x="594455" y="885355"/>
                    <a:pt x="594455" y="885355"/>
                  </a:cubicBezTo>
                  <a:cubicBezTo>
                    <a:pt x="593979" y="877926"/>
                    <a:pt x="588264" y="878021"/>
                    <a:pt x="583025" y="877354"/>
                  </a:cubicBezTo>
                  <a:cubicBezTo>
                    <a:pt x="465868" y="862876"/>
                    <a:pt x="292227" y="674091"/>
                    <a:pt x="218503" y="584175"/>
                  </a:cubicBezTo>
                  <a:cubicBezTo>
                    <a:pt x="154210" y="505784"/>
                    <a:pt x="106871" y="422154"/>
                    <a:pt x="71438" y="33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7CA857-2F66-5810-4170-1D0F740B08AE}"/>
              </a:ext>
            </a:extLst>
          </p:cNvPr>
          <p:cNvGrpSpPr/>
          <p:nvPr/>
        </p:nvGrpSpPr>
        <p:grpSpPr>
          <a:xfrm>
            <a:off x="5167087" y="8376170"/>
            <a:ext cx="1186746" cy="1166688"/>
            <a:chOff x="5491133" y="2833667"/>
            <a:chExt cx="1212774" cy="1192275"/>
          </a:xfrm>
          <a:solidFill>
            <a:schemeClr val="tx1"/>
          </a:solidFill>
        </p:grpSpPr>
        <p:sp>
          <p:nvSpPr>
            <p:cNvPr id="29" name="Freeform: Shape 50">
              <a:extLst>
                <a:ext uri="{FF2B5EF4-FFF2-40B4-BE49-F238E27FC236}">
                  <a16:creationId xmlns:a16="http://schemas.microsoft.com/office/drawing/2014/main" id="{691ADF2D-4543-1B28-5CEC-F949F7246336}"/>
                </a:ext>
              </a:extLst>
            </p:cNvPr>
            <p:cNvSpPr/>
            <p:nvPr/>
          </p:nvSpPr>
          <p:spPr>
            <a:xfrm>
              <a:off x="5655561" y="3160542"/>
              <a:ext cx="748295" cy="570207"/>
            </a:xfrm>
            <a:custGeom>
              <a:avLst/>
              <a:gdLst>
                <a:gd name="connsiteX0" fmla="*/ 624745 w 748296"/>
                <a:gd name="connsiteY0" fmla="*/ 482483 h 570208"/>
                <a:gd name="connsiteX1" fmla="*/ 584264 w 748296"/>
                <a:gd name="connsiteY1" fmla="*/ 322653 h 570208"/>
                <a:gd name="connsiteX2" fmla="*/ 575120 w 748296"/>
                <a:gd name="connsiteY2" fmla="*/ 323415 h 570208"/>
                <a:gd name="connsiteX3" fmla="*/ 575596 w 748296"/>
                <a:gd name="connsiteY3" fmla="*/ 476292 h 570208"/>
                <a:gd name="connsiteX4" fmla="*/ 498538 w 748296"/>
                <a:gd name="connsiteY4" fmla="*/ 545538 h 570208"/>
                <a:gd name="connsiteX5" fmla="*/ 446627 w 748296"/>
                <a:gd name="connsiteY5" fmla="*/ 536680 h 570208"/>
                <a:gd name="connsiteX6" fmla="*/ 347758 w 748296"/>
                <a:gd name="connsiteY6" fmla="*/ 455051 h 570208"/>
                <a:gd name="connsiteX7" fmla="*/ 265843 w 748296"/>
                <a:gd name="connsiteY7" fmla="*/ 444002 h 570208"/>
                <a:gd name="connsiteX8" fmla="*/ 216217 w 748296"/>
                <a:gd name="connsiteY8" fmla="*/ 466195 h 570208"/>
                <a:gd name="connsiteX9" fmla="*/ 216217 w 748296"/>
                <a:gd name="connsiteY9" fmla="*/ 324082 h 570208"/>
                <a:gd name="connsiteX10" fmla="*/ 205073 w 748296"/>
                <a:gd name="connsiteY10" fmla="*/ 322939 h 570208"/>
                <a:gd name="connsiteX11" fmla="*/ 172117 w 748296"/>
                <a:gd name="connsiteY11" fmla="*/ 454194 h 570208"/>
                <a:gd name="connsiteX12" fmla="*/ 128397 w 748296"/>
                <a:gd name="connsiteY12" fmla="*/ 508296 h 570208"/>
                <a:gd name="connsiteX13" fmla="*/ 0 w 748296"/>
                <a:gd name="connsiteY13" fmla="*/ 570208 h 570208"/>
                <a:gd name="connsiteX14" fmla="*/ 31337 w 748296"/>
                <a:gd name="connsiteY14" fmla="*/ 439049 h 570208"/>
                <a:gd name="connsiteX15" fmla="*/ 100965 w 748296"/>
                <a:gd name="connsiteY15" fmla="*/ 148155 h 570208"/>
                <a:gd name="connsiteX16" fmla="*/ 146685 w 748296"/>
                <a:gd name="connsiteY16" fmla="*/ 80147 h 570208"/>
                <a:gd name="connsiteX17" fmla="*/ 640937 w 748296"/>
                <a:gd name="connsiteY17" fmla="*/ 75765 h 570208"/>
                <a:gd name="connsiteX18" fmla="*/ 688086 w 748296"/>
                <a:gd name="connsiteY18" fmla="*/ 142917 h 570208"/>
                <a:gd name="connsiteX19" fmla="*/ 745522 w 748296"/>
                <a:gd name="connsiteY19" fmla="*/ 378089 h 570208"/>
                <a:gd name="connsiteX20" fmla="*/ 719995 w 748296"/>
                <a:gd name="connsiteY20" fmla="*/ 433334 h 570208"/>
                <a:gd name="connsiteX21" fmla="*/ 624649 w 748296"/>
                <a:gd name="connsiteY21" fmla="*/ 482388 h 57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48296" h="570208">
                  <a:moveTo>
                    <a:pt x="624745" y="482483"/>
                  </a:moveTo>
                  <a:cubicBezTo>
                    <a:pt x="610362" y="425619"/>
                    <a:pt x="597313" y="374184"/>
                    <a:pt x="584264" y="322653"/>
                  </a:cubicBezTo>
                  <a:lnTo>
                    <a:pt x="575120" y="323415"/>
                  </a:lnTo>
                  <a:cubicBezTo>
                    <a:pt x="575120" y="374374"/>
                    <a:pt x="573500" y="425428"/>
                    <a:pt x="575596" y="476292"/>
                  </a:cubicBezTo>
                  <a:cubicBezTo>
                    <a:pt x="577882" y="531346"/>
                    <a:pt x="527495" y="527822"/>
                    <a:pt x="498538" y="545538"/>
                  </a:cubicBezTo>
                  <a:cubicBezTo>
                    <a:pt x="486918" y="552682"/>
                    <a:pt x="460248" y="546110"/>
                    <a:pt x="446627" y="536680"/>
                  </a:cubicBezTo>
                  <a:cubicBezTo>
                    <a:pt x="411575" y="512391"/>
                    <a:pt x="377857" y="485245"/>
                    <a:pt x="347758" y="455051"/>
                  </a:cubicBezTo>
                  <a:cubicBezTo>
                    <a:pt x="321278" y="428571"/>
                    <a:pt x="297561" y="421904"/>
                    <a:pt x="265843" y="444002"/>
                  </a:cubicBezTo>
                  <a:cubicBezTo>
                    <a:pt x="253365" y="452765"/>
                    <a:pt x="237649" y="456861"/>
                    <a:pt x="216217" y="466195"/>
                  </a:cubicBezTo>
                  <a:lnTo>
                    <a:pt x="216217" y="324082"/>
                  </a:lnTo>
                  <a:cubicBezTo>
                    <a:pt x="212503" y="323701"/>
                    <a:pt x="208788" y="323320"/>
                    <a:pt x="205073" y="322939"/>
                  </a:cubicBezTo>
                  <a:cubicBezTo>
                    <a:pt x="194501" y="366849"/>
                    <a:pt x="186976" y="411807"/>
                    <a:pt x="172117" y="454194"/>
                  </a:cubicBezTo>
                  <a:cubicBezTo>
                    <a:pt x="164783" y="475053"/>
                    <a:pt x="147352" y="496770"/>
                    <a:pt x="128397" y="508296"/>
                  </a:cubicBezTo>
                  <a:cubicBezTo>
                    <a:pt x="90868" y="531060"/>
                    <a:pt x="49244" y="547062"/>
                    <a:pt x="0" y="570208"/>
                  </a:cubicBezTo>
                  <a:cubicBezTo>
                    <a:pt x="11716" y="521059"/>
                    <a:pt x="21622" y="480102"/>
                    <a:pt x="31337" y="439049"/>
                  </a:cubicBezTo>
                  <a:cubicBezTo>
                    <a:pt x="54197" y="341989"/>
                    <a:pt x="74962" y="244358"/>
                    <a:pt x="100965" y="148155"/>
                  </a:cubicBezTo>
                  <a:cubicBezTo>
                    <a:pt x="107823" y="122914"/>
                    <a:pt x="125920" y="95863"/>
                    <a:pt x="146685" y="80147"/>
                  </a:cubicBezTo>
                  <a:cubicBezTo>
                    <a:pt x="285560" y="-25009"/>
                    <a:pt x="500158" y="-26914"/>
                    <a:pt x="640937" y="75765"/>
                  </a:cubicBezTo>
                  <a:cubicBezTo>
                    <a:pt x="662083" y="91196"/>
                    <a:pt x="680847" y="117866"/>
                    <a:pt x="688086" y="142917"/>
                  </a:cubicBezTo>
                  <a:cubicBezTo>
                    <a:pt x="710470" y="220355"/>
                    <a:pt x="726472" y="299698"/>
                    <a:pt x="745522" y="378089"/>
                  </a:cubicBezTo>
                  <a:cubicBezTo>
                    <a:pt x="751808" y="403997"/>
                    <a:pt x="749046" y="421999"/>
                    <a:pt x="719995" y="433334"/>
                  </a:cubicBezTo>
                  <a:cubicBezTo>
                    <a:pt x="689324" y="445335"/>
                    <a:pt x="660940" y="463338"/>
                    <a:pt x="624649" y="482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0" name="Freeform: Shape 51">
              <a:extLst>
                <a:ext uri="{FF2B5EF4-FFF2-40B4-BE49-F238E27FC236}">
                  <a16:creationId xmlns:a16="http://schemas.microsoft.com/office/drawing/2014/main" id="{F6E26B58-0DE4-7BCC-1993-698C9454622E}"/>
                </a:ext>
              </a:extLst>
            </p:cNvPr>
            <p:cNvSpPr/>
            <p:nvPr/>
          </p:nvSpPr>
          <p:spPr>
            <a:xfrm>
              <a:off x="5491133" y="3549871"/>
              <a:ext cx="1212774" cy="476071"/>
            </a:xfrm>
            <a:custGeom>
              <a:avLst/>
              <a:gdLst>
                <a:gd name="connsiteX0" fmla="*/ 966625 w 1212774"/>
                <a:gd name="connsiteY0" fmla="*/ 82582 h 476071"/>
                <a:gd name="connsiteX1" fmla="*/ 1027871 w 1212774"/>
                <a:gd name="connsiteY1" fmla="*/ 286 h 476071"/>
                <a:gd name="connsiteX2" fmla="*/ 1175413 w 1212774"/>
                <a:gd name="connsiteY2" fmla="*/ 0 h 476071"/>
                <a:gd name="connsiteX3" fmla="*/ 1204084 w 1212774"/>
                <a:gd name="connsiteY3" fmla="*/ 47720 h 476071"/>
                <a:gd name="connsiteX4" fmla="*/ 1106071 w 1212774"/>
                <a:gd name="connsiteY4" fmla="*/ 216217 h 476071"/>
                <a:gd name="connsiteX5" fmla="*/ 1074544 w 1212774"/>
                <a:gd name="connsiteY5" fmla="*/ 235172 h 476071"/>
                <a:gd name="connsiteX6" fmla="*/ 1000820 w 1212774"/>
                <a:gd name="connsiteY6" fmla="*/ 244221 h 476071"/>
                <a:gd name="connsiteX7" fmla="*/ 650491 w 1212774"/>
                <a:gd name="connsiteY7" fmla="*/ 425767 h 476071"/>
                <a:gd name="connsiteX8" fmla="*/ 588102 w 1212774"/>
                <a:gd name="connsiteY8" fmla="*/ 418719 h 476071"/>
                <a:gd name="connsiteX9" fmla="*/ 479041 w 1212774"/>
                <a:gd name="connsiteY9" fmla="*/ 326707 h 476071"/>
                <a:gd name="connsiteX10" fmla="*/ 415318 w 1212774"/>
                <a:gd name="connsiteY10" fmla="*/ 318992 h 476071"/>
                <a:gd name="connsiteX11" fmla="*/ 110995 w 1212774"/>
                <a:gd name="connsiteY11" fmla="*/ 464820 h 476071"/>
                <a:gd name="connsiteX12" fmla="*/ 28508 w 1212774"/>
                <a:gd name="connsiteY12" fmla="*/ 437293 h 476071"/>
                <a:gd name="connsiteX13" fmla="*/ 9744 w 1212774"/>
                <a:gd name="connsiteY13" fmla="*/ 398812 h 476071"/>
                <a:gd name="connsiteX14" fmla="*/ 33747 w 1212774"/>
                <a:gd name="connsiteY14" fmla="*/ 325565 h 476071"/>
                <a:gd name="connsiteX15" fmla="*/ 446560 w 1212774"/>
                <a:gd name="connsiteY15" fmla="*/ 130969 h 476071"/>
                <a:gd name="connsiteX16" fmla="*/ 496090 w 1212774"/>
                <a:gd name="connsiteY16" fmla="*/ 137160 h 476071"/>
                <a:gd name="connsiteX17" fmla="*/ 614391 w 1212774"/>
                <a:gd name="connsiteY17" fmla="*/ 232696 h 476071"/>
                <a:gd name="connsiteX18" fmla="*/ 655348 w 1212774"/>
                <a:gd name="connsiteY18" fmla="*/ 242792 h 476071"/>
                <a:gd name="connsiteX19" fmla="*/ 966530 w 1212774"/>
                <a:gd name="connsiteY19" fmla="*/ 82582 h 47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2774" h="476071">
                  <a:moveTo>
                    <a:pt x="966625" y="82582"/>
                  </a:moveTo>
                  <a:cubicBezTo>
                    <a:pt x="949354" y="28099"/>
                    <a:pt x="969769" y="667"/>
                    <a:pt x="1027871" y="286"/>
                  </a:cubicBezTo>
                  <a:cubicBezTo>
                    <a:pt x="1077020" y="0"/>
                    <a:pt x="1126169" y="0"/>
                    <a:pt x="1175413" y="0"/>
                  </a:cubicBezTo>
                  <a:cubicBezTo>
                    <a:pt x="1211323" y="0"/>
                    <a:pt x="1222372" y="15621"/>
                    <a:pt x="1204084" y="47720"/>
                  </a:cubicBezTo>
                  <a:cubicBezTo>
                    <a:pt x="1171984" y="104203"/>
                    <a:pt x="1140076" y="160877"/>
                    <a:pt x="1106071" y="216217"/>
                  </a:cubicBezTo>
                  <a:cubicBezTo>
                    <a:pt x="1100071" y="225933"/>
                    <a:pt x="1078258" y="238030"/>
                    <a:pt x="1074544" y="235172"/>
                  </a:cubicBezTo>
                  <a:cubicBezTo>
                    <a:pt x="1045588" y="212503"/>
                    <a:pt x="1023775" y="232410"/>
                    <a:pt x="1000820" y="244221"/>
                  </a:cubicBezTo>
                  <a:cubicBezTo>
                    <a:pt x="883853" y="304324"/>
                    <a:pt x="766600" y="364046"/>
                    <a:pt x="650491" y="425767"/>
                  </a:cubicBezTo>
                  <a:cubicBezTo>
                    <a:pt x="625440" y="439103"/>
                    <a:pt x="608581" y="437293"/>
                    <a:pt x="588102" y="418719"/>
                  </a:cubicBezTo>
                  <a:cubicBezTo>
                    <a:pt x="552859" y="386810"/>
                    <a:pt x="514378" y="358616"/>
                    <a:pt x="479041" y="326707"/>
                  </a:cubicBezTo>
                  <a:cubicBezTo>
                    <a:pt x="458181" y="307943"/>
                    <a:pt x="440369" y="306705"/>
                    <a:pt x="415318" y="318992"/>
                  </a:cubicBezTo>
                  <a:cubicBezTo>
                    <a:pt x="314353" y="368522"/>
                    <a:pt x="211579" y="414528"/>
                    <a:pt x="110995" y="464820"/>
                  </a:cubicBezTo>
                  <a:cubicBezTo>
                    <a:pt x="70609" y="485013"/>
                    <a:pt x="45367" y="479298"/>
                    <a:pt x="28508" y="437293"/>
                  </a:cubicBezTo>
                  <a:cubicBezTo>
                    <a:pt x="23269" y="424053"/>
                    <a:pt x="16792" y="411194"/>
                    <a:pt x="9744" y="398812"/>
                  </a:cubicBezTo>
                  <a:cubicBezTo>
                    <a:pt x="-9401" y="365188"/>
                    <a:pt x="219" y="341471"/>
                    <a:pt x="33747" y="325565"/>
                  </a:cubicBezTo>
                  <a:cubicBezTo>
                    <a:pt x="171193" y="260318"/>
                    <a:pt x="308353" y="194405"/>
                    <a:pt x="446560" y="130969"/>
                  </a:cubicBezTo>
                  <a:cubicBezTo>
                    <a:pt x="459800" y="124873"/>
                    <a:pt x="483994" y="128397"/>
                    <a:pt x="496090" y="137160"/>
                  </a:cubicBezTo>
                  <a:cubicBezTo>
                    <a:pt x="537048" y="166878"/>
                    <a:pt x="574100" y="201930"/>
                    <a:pt x="614391" y="232696"/>
                  </a:cubicBezTo>
                  <a:cubicBezTo>
                    <a:pt x="624964" y="240697"/>
                    <a:pt x="645442" y="247650"/>
                    <a:pt x="655348" y="242792"/>
                  </a:cubicBezTo>
                  <a:cubicBezTo>
                    <a:pt x="760028" y="190690"/>
                    <a:pt x="863470" y="136112"/>
                    <a:pt x="966530" y="825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Freeform: Shape 52">
              <a:extLst>
                <a:ext uri="{FF2B5EF4-FFF2-40B4-BE49-F238E27FC236}">
                  <a16:creationId xmlns:a16="http://schemas.microsoft.com/office/drawing/2014/main" id="{7AF334E8-7CC9-A9AA-B806-9030ED334635}"/>
                </a:ext>
              </a:extLst>
            </p:cNvPr>
            <p:cNvSpPr/>
            <p:nvPr/>
          </p:nvSpPr>
          <p:spPr>
            <a:xfrm>
              <a:off x="5906832" y="2833667"/>
              <a:ext cx="286799" cy="289104"/>
            </a:xfrm>
            <a:custGeom>
              <a:avLst/>
              <a:gdLst>
                <a:gd name="connsiteX0" fmla="*/ 286799 w 286799"/>
                <a:gd name="connsiteY0" fmla="*/ 143752 h 289104"/>
                <a:gd name="connsiteX1" fmla="*/ 142971 w 286799"/>
                <a:gd name="connsiteY1" fmla="*/ 289104 h 289104"/>
                <a:gd name="connsiteX2" fmla="*/ 1 w 286799"/>
                <a:gd name="connsiteY2" fmla="*/ 143086 h 289104"/>
                <a:gd name="connsiteX3" fmla="*/ 141352 w 286799"/>
                <a:gd name="connsiteY3" fmla="*/ 20 h 289104"/>
                <a:gd name="connsiteX4" fmla="*/ 286799 w 286799"/>
                <a:gd name="connsiteY4" fmla="*/ 143657 h 28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799" h="289104">
                  <a:moveTo>
                    <a:pt x="286799" y="143752"/>
                  </a:moveTo>
                  <a:cubicBezTo>
                    <a:pt x="286989" y="224620"/>
                    <a:pt x="222791" y="289390"/>
                    <a:pt x="142971" y="289104"/>
                  </a:cubicBezTo>
                  <a:cubicBezTo>
                    <a:pt x="62866" y="288818"/>
                    <a:pt x="-285" y="224429"/>
                    <a:pt x="1" y="143086"/>
                  </a:cubicBezTo>
                  <a:cubicBezTo>
                    <a:pt x="191" y="65362"/>
                    <a:pt x="63533" y="1353"/>
                    <a:pt x="141352" y="20"/>
                  </a:cubicBezTo>
                  <a:cubicBezTo>
                    <a:pt x="220314" y="-1314"/>
                    <a:pt x="286703" y="64218"/>
                    <a:pt x="286799" y="1436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44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578" y="8356946"/>
            <a:ext cx="1236136" cy="123613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hqprint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654" y="8429890"/>
            <a:ext cx="1052832" cy="1052832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5143588" y="8980190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A8E116B-AA72-4177-ACDE-2E784895DE7D}"/>
              </a:ext>
            </a:extLst>
          </p:cNvPr>
          <p:cNvSpPr txBox="1"/>
          <p:nvPr/>
        </p:nvSpPr>
        <p:spPr>
          <a:xfrm>
            <a:off x="14383658" y="9870246"/>
            <a:ext cx="310424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Innovation lab for rapid prototyping &amp; next gen tech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3B464C-49B6-4A57-9B4F-403EE6243422}"/>
              </a:ext>
            </a:extLst>
          </p:cNvPr>
          <p:cNvSpPr txBox="1"/>
          <p:nvPr/>
        </p:nvSpPr>
        <p:spPr>
          <a:xfrm>
            <a:off x="18501182" y="9897335"/>
            <a:ext cx="5101768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50800" marR="20320">
              <a:buClr>
                <a:srgbClr val="000000"/>
              </a:buClr>
              <a:buSzPts val="1200"/>
            </a:pPr>
            <a:r>
              <a:rPr lang="en-IN" sz="20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25+ years of expertise in digital transformation and content </a:t>
            </a:r>
            <a:r>
              <a:rPr lang="en-IN" sz="2000" dirty="0" smtClean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management solutions. </a:t>
            </a:r>
            <a:endParaRPr lang="en-US" sz="20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Calibri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B733DDA-9913-497C-AA79-78BC936D3185}"/>
              </a:ext>
            </a:extLst>
          </p:cNvPr>
          <p:cNvCxnSpPr/>
          <p:nvPr/>
        </p:nvCxnSpPr>
        <p:spPr>
          <a:xfrm>
            <a:off x="19319201" y="8956306"/>
            <a:ext cx="325573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833" y="8199601"/>
            <a:ext cx="1578312" cy="15783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48166" y="11784413"/>
            <a:ext cx="18630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0800" marR="20320" algn="ctr">
              <a:buClr>
                <a:srgbClr val="000000"/>
              </a:buClr>
              <a:buSzPts val="1200"/>
            </a:pPr>
            <a:r>
              <a:rPr lang="en-IN" sz="2000" dirty="0">
                <a:solidFill>
                  <a:srgbClr val="0B4F6C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MC specialises in serving the publishing, pharma, and academia sectors, with solutions driving efficiency, accuracy, and innovation, helping organizations streamline workflows, enhance data integrity</a:t>
            </a:r>
            <a:r>
              <a:rPr lang="en-IN" sz="2000" dirty="0" smtClean="0">
                <a:solidFill>
                  <a:srgbClr val="0B4F6C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, improve search and discovery </a:t>
            </a:r>
            <a:r>
              <a:rPr lang="en-IN" sz="2000" dirty="0">
                <a:solidFill>
                  <a:srgbClr val="0B4F6C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and unlock </a:t>
            </a:r>
            <a:r>
              <a:rPr lang="en-IN" sz="2000" dirty="0" smtClean="0">
                <a:solidFill>
                  <a:srgbClr val="0B4F6C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actionable </a:t>
            </a:r>
            <a:r>
              <a:rPr lang="en-IN" sz="2000" dirty="0">
                <a:solidFill>
                  <a:srgbClr val="0B4F6C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insights</a:t>
            </a:r>
            <a:endParaRPr lang="en-US" sz="2800" dirty="0">
              <a:solidFill>
                <a:srgbClr val="0B4F6C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349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/>
          <a:lstStyle/>
          <a:p>
            <a:r>
              <a:rPr lang="en-US" dirty="0" smtClean="0">
                <a:latin typeface="Orleans Roman" pitchFamily="50" charset="0"/>
                <a:cs typeface="Orleans Roman" pitchFamily="50" charset="0"/>
              </a:rPr>
              <a:t>Case Study 2</a:t>
            </a:r>
            <a:endParaRPr lang="en-US" dirty="0">
              <a:latin typeface="Orleans Roman" pitchFamily="50" charset="0"/>
              <a:cs typeface="Orleans Roman" pitchFamily="50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1036606" y="2651126"/>
            <a:ext cx="21296651" cy="9723994"/>
            <a:chOff x="964858" y="3907338"/>
            <a:chExt cx="10409897" cy="4753131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2140803" y="4009292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/>
            <p:cNvCxnSpPr/>
            <p:nvPr/>
          </p:nvCxnSpPr>
          <p:spPr>
            <a:xfrm>
              <a:off x="2140803" y="4923692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2143734" y="5838092"/>
              <a:ext cx="0" cy="840361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2143734" y="7014845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140803" y="8027424"/>
              <a:ext cx="0" cy="5714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/>
          </p:nvGrpSpPr>
          <p:grpSpPr>
            <a:xfrm>
              <a:off x="964858" y="3930929"/>
              <a:ext cx="694592" cy="694592"/>
              <a:chOff x="753843" y="1732852"/>
              <a:chExt cx="694592" cy="694592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753843" y="1732852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403" y="1794399"/>
                <a:ext cx="565471" cy="565471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964858" y="5903336"/>
              <a:ext cx="694592" cy="694592"/>
              <a:chOff x="753843" y="3582169"/>
              <a:chExt cx="694592" cy="694592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53843" y="3582169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Photocopy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207" y="3678742"/>
                <a:ext cx="501446" cy="501446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>
              <a:off x="964858" y="7965877"/>
              <a:ext cx="694592" cy="694592"/>
              <a:chOff x="753843" y="5697462"/>
              <a:chExt cx="694592" cy="69459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753843" y="5697462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6" cstate="print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07" y="5794179"/>
                <a:ext cx="501157" cy="501158"/>
              </a:xfrm>
              <a:prstGeom prst="rect">
                <a:avLst/>
              </a:prstGeom>
            </p:spPr>
          </p:pic>
        </p:grpSp>
        <p:grpSp>
          <p:nvGrpSpPr>
            <p:cNvPr id="17" name="Group 16"/>
            <p:cNvGrpSpPr/>
            <p:nvPr/>
          </p:nvGrpSpPr>
          <p:grpSpPr>
            <a:xfrm>
              <a:off x="964858" y="4908340"/>
              <a:ext cx="694592" cy="694592"/>
              <a:chOff x="753843" y="2657509"/>
              <a:chExt cx="694592" cy="69459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753843" y="2657509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568" y="2719056"/>
                <a:ext cx="544471" cy="544471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/>
          </p:nvGrpSpPr>
          <p:grpSpPr>
            <a:xfrm>
              <a:off x="964858" y="6953298"/>
              <a:ext cx="694592" cy="694592"/>
              <a:chOff x="753843" y="4772805"/>
              <a:chExt cx="694592" cy="69459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53843" y="4772805"/>
                <a:ext cx="694592" cy="694592"/>
              </a:xfrm>
              <a:prstGeom prst="rect">
                <a:avLst/>
              </a:prstGeom>
              <a:solidFill>
                <a:srgbClr val="0B4F6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0704" y="4860728"/>
                <a:ext cx="501157" cy="501157"/>
              </a:xfrm>
              <a:prstGeom prst="rect">
                <a:avLst/>
              </a:prstGeom>
            </p:spPr>
          </p:pic>
        </p:grpSp>
        <p:sp>
          <p:nvSpPr>
            <p:cNvPr id="23" name="TextBox 22"/>
            <p:cNvSpPr txBox="1"/>
            <p:nvPr/>
          </p:nvSpPr>
          <p:spPr>
            <a:xfrm>
              <a:off x="2294792" y="3907338"/>
              <a:ext cx="1085380" cy="255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OBJECTIVE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09884" y="4932531"/>
              <a:ext cx="1369027" cy="255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DATA SOURCE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94792" y="5854704"/>
              <a:ext cx="1464621" cy="255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WORK CARRIED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09883" y="6962632"/>
              <a:ext cx="695170" cy="255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SKILLS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02785" y="8056725"/>
              <a:ext cx="2771125" cy="255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rPr>
                <a:t>INSIGHTS DELIVERED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302785" y="4205848"/>
              <a:ext cx="9050743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</a:pP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09883" y="5188290"/>
              <a:ext cx="7344070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</a:pP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309883" y="7196770"/>
              <a:ext cx="8449408" cy="676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/>
              </a:pP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171450" lvl="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/>
              </a:pP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marL="171450" indent="-171450" defTabSz="914218">
                <a:buClr>
                  <a:schemeClr val="bg1"/>
                </a:buClr>
                <a:buFont typeface="Wingdings 3" panose="05040102010807070707" pitchFamily="18" charset="2"/>
                <a:buChar char=""/>
                <a:defRPr/>
              </a:pP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09883" y="8333909"/>
              <a:ext cx="9064872" cy="234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</a:pP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09883" y="6131669"/>
              <a:ext cx="7344070" cy="613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chemeClr val="dk2"/>
                </a:buClr>
                <a:buSzPts val="2800"/>
              </a:pP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 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Lorem ipsum dolor sit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amet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consectetur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adipiscing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elit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,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sed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do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eiusmod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r>
                <a:rPr lang="en-US" sz="2800" dirty="0" err="1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tempor</a:t>
              </a:r>
              <a:r>
                <a:rPr lang="en-US" sz="28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.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  <a:p>
              <a:pPr lvl="0">
                <a:lnSpc>
                  <a:spcPct val="90000"/>
                </a:lnSpc>
                <a:buClr>
                  <a:schemeClr val="dk2"/>
                </a:buClr>
                <a:buSzPts val="2800"/>
              </a:pPr>
              <a:r>
                <a:rPr lang="en-US" sz="2800" dirty="0" smtClean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Calibri"/>
                </a:rPr>
                <a:t> </a:t>
              </a:r>
              <a:endParaRPr lang="en-US" sz="28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15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Orleans Roman" pitchFamily="50" charset="0"/>
                <a:cs typeface="Orleans Roman" pitchFamily="50" charset="0"/>
              </a:rPr>
              <a:t>Case Study 1</a:t>
            </a:r>
            <a:endParaRPr lang="en-IN" dirty="0">
              <a:latin typeface="Orleans Roman" pitchFamily="50" charset="0"/>
              <a:cs typeface="Orleans Roman" pitchFamily="50" charset="0"/>
            </a:endParaRPr>
          </a:p>
        </p:txBody>
      </p:sp>
      <p:pic>
        <p:nvPicPr>
          <p:cNvPr id="40" name="Google Shape;747;p14" descr="A picture containing person, outdoor, grass, spo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618" r="39063"/>
          <a:stretch/>
        </p:blipFill>
        <p:spPr>
          <a:xfrm>
            <a:off x="16389350" y="3048000"/>
            <a:ext cx="8001000" cy="94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749;p14"/>
          <p:cNvSpPr/>
          <p:nvPr/>
        </p:nvSpPr>
        <p:spPr>
          <a:xfrm>
            <a:off x="1073150" y="3048000"/>
            <a:ext cx="15316200" cy="944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0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750;p14"/>
          <p:cNvSpPr/>
          <p:nvPr/>
        </p:nvSpPr>
        <p:spPr>
          <a:xfrm>
            <a:off x="6350" y="4013200"/>
            <a:ext cx="5842000" cy="7518400"/>
          </a:xfrm>
          <a:prstGeom prst="snip1Rect">
            <a:avLst>
              <a:gd name="adj" fmla="val 12885"/>
            </a:avLst>
          </a:prstGeom>
          <a:solidFill>
            <a:srgbClr val="0B4F6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20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751;p14"/>
          <p:cNvSpPr txBox="1"/>
          <p:nvPr/>
        </p:nvSpPr>
        <p:spPr>
          <a:xfrm>
            <a:off x="1073150" y="5556409"/>
            <a:ext cx="408940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amet, consectetur adipiscing elit, sed do eiusmod tempor incididunt ut labore et dolore magna aliqua. Ut enim ad minim veniam.. </a:t>
            </a: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" name="Google Shape;752;p14"/>
          <p:cNvSpPr txBox="1"/>
          <p:nvPr/>
        </p:nvSpPr>
        <p:spPr>
          <a:xfrm>
            <a:off x="8007352" y="4013199"/>
            <a:ext cx="764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amet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,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consectetur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adipiscing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elit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,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sed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 do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eiusmod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 </a:t>
            </a:r>
            <a:r>
              <a:rPr lang="en-US" sz="2800" b="0" dirty="0" err="1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tempor</a:t>
            </a:r>
            <a:r>
              <a:rPr lang="en-US" sz="2800" b="0" dirty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.</a:t>
            </a:r>
            <a:endParaRPr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46" name="Google Shape;753;p14"/>
          <p:cNvCxnSpPr/>
          <p:nvPr/>
        </p:nvCxnSpPr>
        <p:spPr>
          <a:xfrm>
            <a:off x="6654799" y="5243848"/>
            <a:ext cx="899795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" name="Google Shape;754;p14"/>
          <p:cNvSpPr txBox="1"/>
          <p:nvPr/>
        </p:nvSpPr>
        <p:spPr>
          <a:xfrm>
            <a:off x="8007352" y="5698899"/>
            <a:ext cx="764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amet, consectetur adipiscing elit, sed do eiusmod tempor.</a:t>
            </a: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8" name="Google Shape;755;p14"/>
          <p:cNvSpPr txBox="1"/>
          <p:nvPr/>
        </p:nvSpPr>
        <p:spPr>
          <a:xfrm>
            <a:off x="8007352" y="7384599"/>
            <a:ext cx="764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amet, consectetur adipiscing elit, sed do eiusmod tempor.</a:t>
            </a: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" name="Google Shape;756;p14"/>
          <p:cNvSpPr txBox="1"/>
          <p:nvPr/>
        </p:nvSpPr>
        <p:spPr>
          <a:xfrm>
            <a:off x="8007352" y="9070299"/>
            <a:ext cx="764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amet, consectetur adipiscing elit, sed do eiusmod tempor.</a:t>
            </a: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" name="Google Shape;757;p14"/>
          <p:cNvSpPr txBox="1"/>
          <p:nvPr/>
        </p:nvSpPr>
        <p:spPr>
          <a:xfrm>
            <a:off x="8007352" y="10756001"/>
            <a:ext cx="76454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 b="0">
                <a:solidFill>
                  <a:schemeClr val="dk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Calibri"/>
              </a:rPr>
              <a:t>Lorem ipsum dolor sit amet, consectetur adipiscing elit, sed do eiusmod tempor.</a:t>
            </a:r>
            <a:endParaRPr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51" name="Google Shape;758;p14"/>
          <p:cNvCxnSpPr/>
          <p:nvPr/>
        </p:nvCxnSpPr>
        <p:spPr>
          <a:xfrm>
            <a:off x="6654799" y="6929548"/>
            <a:ext cx="899795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" name="Google Shape;759;p14"/>
          <p:cNvCxnSpPr/>
          <p:nvPr/>
        </p:nvCxnSpPr>
        <p:spPr>
          <a:xfrm>
            <a:off x="6654799" y="8615248"/>
            <a:ext cx="899795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" name="Google Shape;760;p14"/>
          <p:cNvCxnSpPr/>
          <p:nvPr/>
        </p:nvCxnSpPr>
        <p:spPr>
          <a:xfrm>
            <a:off x="6654799" y="10300948"/>
            <a:ext cx="899795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4" name="Google Shape;761;p14"/>
          <p:cNvGrpSpPr/>
          <p:nvPr/>
        </p:nvGrpSpPr>
        <p:grpSpPr>
          <a:xfrm>
            <a:off x="6699338" y="7477876"/>
            <a:ext cx="642852" cy="589044"/>
            <a:chOff x="2670175" y="1458913"/>
            <a:chExt cx="360363" cy="330201"/>
          </a:xfrm>
        </p:grpSpPr>
        <p:sp>
          <p:nvSpPr>
            <p:cNvPr id="55" name="Google Shape;762;p14"/>
            <p:cNvSpPr/>
            <p:nvPr/>
          </p:nvSpPr>
          <p:spPr>
            <a:xfrm>
              <a:off x="2670175" y="1458913"/>
              <a:ext cx="349250" cy="206375"/>
            </a:xfrm>
            <a:custGeom>
              <a:avLst/>
              <a:gdLst/>
              <a:ahLst/>
              <a:cxnLst/>
              <a:rect l="l" t="t" r="r" b="b"/>
              <a:pathLst>
                <a:path w="93" h="55" extrusionOk="0">
                  <a:moveTo>
                    <a:pt x="1" y="38"/>
                  </a:moveTo>
                  <a:cubicBezTo>
                    <a:pt x="0" y="38"/>
                    <a:pt x="0" y="39"/>
                    <a:pt x="0" y="40"/>
                  </a:cubicBezTo>
                  <a:cubicBezTo>
                    <a:pt x="0" y="41"/>
                    <a:pt x="1" y="42"/>
                    <a:pt x="1" y="42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93" y="0"/>
                    <a:pt x="93" y="0"/>
                    <a:pt x="93" y="0"/>
                  </a:cubicBezTo>
                  <a:lnTo>
                    <a:pt x="1" y="38"/>
                  </a:ln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763;p14"/>
            <p:cNvSpPr/>
            <p:nvPr/>
          </p:nvSpPr>
          <p:spPr>
            <a:xfrm>
              <a:off x="2805113" y="1470026"/>
              <a:ext cx="225425" cy="319088"/>
            </a:xfrm>
            <a:custGeom>
              <a:avLst/>
              <a:gdLst/>
              <a:ahLst/>
              <a:cxnLst/>
              <a:rect l="l" t="t" r="r" b="b"/>
              <a:pathLst>
                <a:path w="60" h="85" extrusionOk="0">
                  <a:moveTo>
                    <a:pt x="0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1" y="85"/>
                    <a:pt x="2" y="85"/>
                  </a:cubicBezTo>
                  <a:cubicBezTo>
                    <a:pt x="3" y="85"/>
                    <a:pt x="3" y="85"/>
                    <a:pt x="4" y="84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2" y="75"/>
                    <a:pt x="42" y="75"/>
                    <a:pt x="43" y="75"/>
                  </a:cubicBezTo>
                  <a:cubicBezTo>
                    <a:pt x="43" y="75"/>
                    <a:pt x="44" y="74"/>
                    <a:pt x="44" y="73"/>
                  </a:cubicBezTo>
                  <a:cubicBezTo>
                    <a:pt x="60" y="0"/>
                    <a:pt x="60" y="0"/>
                    <a:pt x="60" y="0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764;p14"/>
          <p:cNvGrpSpPr/>
          <p:nvPr/>
        </p:nvGrpSpPr>
        <p:grpSpPr>
          <a:xfrm>
            <a:off x="6687778" y="5777182"/>
            <a:ext cx="665972" cy="619032"/>
            <a:chOff x="6276975" y="3981450"/>
            <a:chExt cx="360363" cy="334963"/>
          </a:xfrm>
        </p:grpSpPr>
        <p:sp>
          <p:nvSpPr>
            <p:cNvPr id="58" name="Google Shape;765;p14"/>
            <p:cNvSpPr/>
            <p:nvPr/>
          </p:nvSpPr>
          <p:spPr>
            <a:xfrm>
              <a:off x="6472238" y="3981450"/>
              <a:ext cx="165100" cy="334963"/>
            </a:xfrm>
            <a:custGeom>
              <a:avLst/>
              <a:gdLst/>
              <a:ahLst/>
              <a:cxnLst/>
              <a:rect l="l" t="t" r="r" b="b"/>
              <a:pathLst>
                <a:path w="44" h="89" extrusionOk="0">
                  <a:moveTo>
                    <a:pt x="14" y="37"/>
                  </a:moveTo>
                  <a:cubicBezTo>
                    <a:pt x="14" y="38"/>
                    <a:pt x="13" y="39"/>
                    <a:pt x="12" y="39"/>
                  </a:cubicBezTo>
                  <a:cubicBezTo>
                    <a:pt x="11" y="39"/>
                    <a:pt x="10" y="38"/>
                    <a:pt x="10" y="37"/>
                  </a:cubicBezTo>
                  <a:cubicBezTo>
                    <a:pt x="10" y="35"/>
                    <a:pt x="6" y="32"/>
                    <a:pt x="0" y="31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34" y="89"/>
                    <a:pt x="44" y="79"/>
                    <a:pt x="44" y="67"/>
                  </a:cubicBezTo>
                  <a:cubicBezTo>
                    <a:pt x="44" y="62"/>
                    <a:pt x="42" y="58"/>
                    <a:pt x="40" y="5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8" y="26"/>
                    <a:pt x="27" y="26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4"/>
                    <a:pt x="16" y="4"/>
                    <a:pt x="15" y="4"/>
                  </a:cubicBezTo>
                  <a:cubicBezTo>
                    <a:pt x="12" y="0"/>
                    <a:pt x="4" y="0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8" y="28"/>
                    <a:pt x="14" y="32"/>
                    <a:pt x="14" y="37"/>
                  </a:cubicBezTo>
                  <a:close/>
                  <a:moveTo>
                    <a:pt x="22" y="85"/>
                  </a:moveTo>
                  <a:cubicBezTo>
                    <a:pt x="12" y="85"/>
                    <a:pt x="4" y="77"/>
                    <a:pt x="4" y="67"/>
                  </a:cubicBezTo>
                  <a:cubicBezTo>
                    <a:pt x="4" y="57"/>
                    <a:pt x="12" y="49"/>
                    <a:pt x="22" y="49"/>
                  </a:cubicBezTo>
                  <a:cubicBezTo>
                    <a:pt x="32" y="49"/>
                    <a:pt x="40" y="57"/>
                    <a:pt x="40" y="67"/>
                  </a:cubicBezTo>
                  <a:cubicBezTo>
                    <a:pt x="40" y="77"/>
                    <a:pt x="32" y="85"/>
                    <a:pt x="22" y="85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766;p14"/>
            <p:cNvSpPr/>
            <p:nvPr/>
          </p:nvSpPr>
          <p:spPr>
            <a:xfrm>
              <a:off x="6276975" y="3981450"/>
              <a:ext cx="165100" cy="334963"/>
            </a:xfrm>
            <a:custGeom>
              <a:avLst/>
              <a:gdLst/>
              <a:ahLst/>
              <a:cxnLst/>
              <a:rect l="l" t="t" r="r" b="b"/>
              <a:pathLst>
                <a:path w="44" h="89" extrusionOk="0">
                  <a:moveTo>
                    <a:pt x="0" y="67"/>
                  </a:moveTo>
                  <a:cubicBezTo>
                    <a:pt x="0" y="79"/>
                    <a:pt x="10" y="89"/>
                    <a:pt x="22" y="89"/>
                  </a:cubicBezTo>
                  <a:cubicBezTo>
                    <a:pt x="34" y="89"/>
                    <a:pt x="44" y="79"/>
                    <a:pt x="44" y="67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38" y="32"/>
                    <a:pt x="34" y="35"/>
                    <a:pt x="34" y="37"/>
                  </a:cubicBezTo>
                  <a:cubicBezTo>
                    <a:pt x="34" y="38"/>
                    <a:pt x="33" y="39"/>
                    <a:pt x="32" y="39"/>
                  </a:cubicBezTo>
                  <a:cubicBezTo>
                    <a:pt x="31" y="39"/>
                    <a:pt x="30" y="38"/>
                    <a:pt x="30" y="37"/>
                  </a:cubicBezTo>
                  <a:cubicBezTo>
                    <a:pt x="30" y="32"/>
                    <a:pt x="36" y="28"/>
                    <a:pt x="44" y="27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4"/>
                    <a:pt x="43" y="4"/>
                  </a:cubicBezTo>
                  <a:cubicBezTo>
                    <a:pt x="40" y="0"/>
                    <a:pt x="32" y="0"/>
                    <a:pt x="29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2" y="58"/>
                    <a:pt x="0" y="62"/>
                    <a:pt x="0" y="67"/>
                  </a:cubicBezTo>
                  <a:close/>
                  <a:moveTo>
                    <a:pt x="22" y="85"/>
                  </a:moveTo>
                  <a:cubicBezTo>
                    <a:pt x="12" y="85"/>
                    <a:pt x="4" y="77"/>
                    <a:pt x="4" y="67"/>
                  </a:cubicBezTo>
                  <a:cubicBezTo>
                    <a:pt x="4" y="57"/>
                    <a:pt x="12" y="49"/>
                    <a:pt x="22" y="49"/>
                  </a:cubicBezTo>
                  <a:cubicBezTo>
                    <a:pt x="32" y="49"/>
                    <a:pt x="40" y="57"/>
                    <a:pt x="40" y="67"/>
                  </a:cubicBezTo>
                  <a:cubicBezTo>
                    <a:pt x="40" y="77"/>
                    <a:pt x="32" y="85"/>
                    <a:pt x="22" y="85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767;p14"/>
            <p:cNvSpPr/>
            <p:nvPr/>
          </p:nvSpPr>
          <p:spPr>
            <a:xfrm>
              <a:off x="6307138" y="4181475"/>
              <a:ext cx="58738" cy="6032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4" y="4"/>
                  </a:move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9"/>
                    <a:pt x="8" y="4"/>
                    <a:pt x="14" y="4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768;p14"/>
            <p:cNvSpPr/>
            <p:nvPr/>
          </p:nvSpPr>
          <p:spPr>
            <a:xfrm>
              <a:off x="6502400" y="4181475"/>
              <a:ext cx="58738" cy="60325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14" y="4"/>
                  </a:moveTo>
                  <a:cubicBezTo>
                    <a:pt x="15" y="4"/>
                    <a:pt x="16" y="3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15"/>
                    <a:pt x="1" y="16"/>
                    <a:pt x="2" y="16"/>
                  </a:cubicBezTo>
                  <a:cubicBezTo>
                    <a:pt x="3" y="16"/>
                    <a:pt x="4" y="15"/>
                    <a:pt x="4" y="14"/>
                  </a:cubicBezTo>
                  <a:cubicBezTo>
                    <a:pt x="4" y="9"/>
                    <a:pt x="8" y="4"/>
                    <a:pt x="14" y="4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769;p14"/>
          <p:cNvSpPr/>
          <p:nvPr/>
        </p:nvSpPr>
        <p:spPr>
          <a:xfrm>
            <a:off x="6713952" y="4091486"/>
            <a:ext cx="613624" cy="619028"/>
          </a:xfrm>
          <a:custGeom>
            <a:avLst/>
            <a:gdLst/>
            <a:ahLst/>
            <a:cxnLst/>
            <a:rect l="l" t="t" r="r" b="b"/>
            <a:pathLst>
              <a:path w="96" h="96" extrusionOk="0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5"/>
                  <a:pt x="1" y="96"/>
                  <a:pt x="2" y="96"/>
                </a:cubicBezTo>
                <a:cubicBezTo>
                  <a:pt x="94" y="96"/>
                  <a:pt x="94" y="96"/>
                  <a:pt x="94" y="96"/>
                </a:cubicBezTo>
                <a:cubicBezTo>
                  <a:pt x="95" y="96"/>
                  <a:pt x="96" y="95"/>
                  <a:pt x="96" y="94"/>
                </a:cubicBezTo>
                <a:cubicBezTo>
                  <a:pt x="96" y="2"/>
                  <a:pt x="96" y="2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  <a:moveTo>
                  <a:pt x="43" y="55"/>
                </a:moveTo>
                <a:cubicBezTo>
                  <a:pt x="23" y="75"/>
                  <a:pt x="23" y="75"/>
                  <a:pt x="23" y="75"/>
                </a:cubicBezTo>
                <a:cubicBezTo>
                  <a:pt x="23" y="76"/>
                  <a:pt x="23" y="76"/>
                  <a:pt x="22" y="76"/>
                </a:cubicBezTo>
                <a:cubicBezTo>
                  <a:pt x="21" y="76"/>
                  <a:pt x="21" y="76"/>
                  <a:pt x="21" y="75"/>
                </a:cubicBezTo>
                <a:cubicBezTo>
                  <a:pt x="13" y="67"/>
                  <a:pt x="13" y="67"/>
                  <a:pt x="13" y="67"/>
                </a:cubicBezTo>
                <a:cubicBezTo>
                  <a:pt x="12" y="67"/>
                  <a:pt x="12" y="65"/>
                  <a:pt x="13" y="65"/>
                </a:cubicBezTo>
                <a:cubicBezTo>
                  <a:pt x="13" y="64"/>
                  <a:pt x="15" y="64"/>
                  <a:pt x="15" y="65"/>
                </a:cubicBezTo>
                <a:cubicBezTo>
                  <a:pt x="22" y="71"/>
                  <a:pt x="22" y="71"/>
                  <a:pt x="22" y="71"/>
                </a:cubicBezTo>
                <a:cubicBezTo>
                  <a:pt x="41" y="53"/>
                  <a:pt x="41" y="53"/>
                  <a:pt x="41" y="53"/>
                </a:cubicBezTo>
                <a:cubicBezTo>
                  <a:pt x="41" y="52"/>
                  <a:pt x="43" y="52"/>
                  <a:pt x="43" y="53"/>
                </a:cubicBezTo>
                <a:cubicBezTo>
                  <a:pt x="44" y="53"/>
                  <a:pt x="44" y="55"/>
                  <a:pt x="43" y="55"/>
                </a:cubicBezTo>
                <a:close/>
                <a:moveTo>
                  <a:pt x="43" y="17"/>
                </a:moveTo>
                <a:cubicBezTo>
                  <a:pt x="23" y="37"/>
                  <a:pt x="23" y="37"/>
                  <a:pt x="23" y="37"/>
                </a:cubicBezTo>
                <a:cubicBezTo>
                  <a:pt x="23" y="38"/>
                  <a:pt x="23" y="38"/>
                  <a:pt x="22" y="38"/>
                </a:cubicBezTo>
                <a:cubicBezTo>
                  <a:pt x="21" y="38"/>
                  <a:pt x="21" y="38"/>
                  <a:pt x="21" y="37"/>
                </a:cubicBezTo>
                <a:cubicBezTo>
                  <a:pt x="13" y="29"/>
                  <a:pt x="13" y="29"/>
                  <a:pt x="13" y="29"/>
                </a:cubicBezTo>
                <a:cubicBezTo>
                  <a:pt x="12" y="29"/>
                  <a:pt x="12" y="27"/>
                  <a:pt x="13" y="27"/>
                </a:cubicBezTo>
                <a:cubicBezTo>
                  <a:pt x="13" y="26"/>
                  <a:pt x="15" y="26"/>
                  <a:pt x="15" y="27"/>
                </a:cubicBezTo>
                <a:cubicBezTo>
                  <a:pt x="22" y="33"/>
                  <a:pt x="22" y="33"/>
                  <a:pt x="22" y="3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4"/>
                  <a:pt x="43" y="14"/>
                  <a:pt x="43" y="15"/>
                </a:cubicBezTo>
                <a:cubicBezTo>
                  <a:pt x="44" y="15"/>
                  <a:pt x="44" y="17"/>
                  <a:pt x="43" y="17"/>
                </a:cubicBezTo>
                <a:close/>
                <a:moveTo>
                  <a:pt x="82" y="72"/>
                </a:moveTo>
                <a:cubicBezTo>
                  <a:pt x="50" y="72"/>
                  <a:pt x="50" y="72"/>
                  <a:pt x="50" y="72"/>
                </a:cubicBezTo>
                <a:cubicBezTo>
                  <a:pt x="49" y="72"/>
                  <a:pt x="48" y="71"/>
                  <a:pt x="48" y="70"/>
                </a:cubicBezTo>
                <a:cubicBezTo>
                  <a:pt x="48" y="69"/>
                  <a:pt x="49" y="68"/>
                  <a:pt x="50" y="68"/>
                </a:cubicBezTo>
                <a:cubicBezTo>
                  <a:pt x="82" y="68"/>
                  <a:pt x="82" y="68"/>
                  <a:pt x="82" y="68"/>
                </a:cubicBezTo>
                <a:cubicBezTo>
                  <a:pt x="83" y="68"/>
                  <a:pt x="84" y="69"/>
                  <a:pt x="84" y="70"/>
                </a:cubicBezTo>
                <a:cubicBezTo>
                  <a:pt x="84" y="71"/>
                  <a:pt x="83" y="72"/>
                  <a:pt x="82" y="72"/>
                </a:cubicBezTo>
                <a:close/>
                <a:moveTo>
                  <a:pt x="82" y="36"/>
                </a:moveTo>
                <a:cubicBezTo>
                  <a:pt x="50" y="36"/>
                  <a:pt x="50" y="36"/>
                  <a:pt x="50" y="36"/>
                </a:cubicBezTo>
                <a:cubicBezTo>
                  <a:pt x="49" y="36"/>
                  <a:pt x="48" y="35"/>
                  <a:pt x="48" y="34"/>
                </a:cubicBezTo>
                <a:cubicBezTo>
                  <a:pt x="48" y="33"/>
                  <a:pt x="49" y="32"/>
                  <a:pt x="50" y="32"/>
                </a:cubicBezTo>
                <a:cubicBezTo>
                  <a:pt x="82" y="32"/>
                  <a:pt x="82" y="32"/>
                  <a:pt x="82" y="32"/>
                </a:cubicBezTo>
                <a:cubicBezTo>
                  <a:pt x="83" y="32"/>
                  <a:pt x="84" y="33"/>
                  <a:pt x="84" y="34"/>
                </a:cubicBezTo>
                <a:cubicBezTo>
                  <a:pt x="84" y="35"/>
                  <a:pt x="83" y="36"/>
                  <a:pt x="82" y="36"/>
                </a:cubicBezTo>
                <a:close/>
              </a:path>
            </a:pathLst>
          </a:custGeom>
          <a:solidFill>
            <a:srgbClr val="0B4F6C"/>
          </a:solidFill>
          <a:ln>
            <a:noFill/>
          </a:ln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20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" name="Google Shape;770;p14"/>
          <p:cNvGrpSpPr/>
          <p:nvPr/>
        </p:nvGrpSpPr>
        <p:grpSpPr>
          <a:xfrm>
            <a:off x="6699338" y="9130908"/>
            <a:ext cx="642852" cy="654380"/>
            <a:chOff x="8447088" y="3609976"/>
            <a:chExt cx="354013" cy="360362"/>
          </a:xfrm>
        </p:grpSpPr>
        <p:sp>
          <p:nvSpPr>
            <p:cNvPr id="64" name="Google Shape;771;p14"/>
            <p:cNvSpPr/>
            <p:nvPr/>
          </p:nvSpPr>
          <p:spPr>
            <a:xfrm>
              <a:off x="8477250" y="3609976"/>
              <a:ext cx="120650" cy="120650"/>
            </a:xfrm>
            <a:prstGeom prst="ellipse">
              <a:avLst/>
            </a:pr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772;p14"/>
            <p:cNvSpPr/>
            <p:nvPr/>
          </p:nvSpPr>
          <p:spPr>
            <a:xfrm>
              <a:off x="8447088" y="3744913"/>
              <a:ext cx="180975" cy="225425"/>
            </a:xfrm>
            <a:custGeom>
              <a:avLst/>
              <a:gdLst/>
              <a:ahLst/>
              <a:cxnLst/>
              <a:rect l="l" t="t" r="r" b="b"/>
              <a:pathLst>
                <a:path w="48" h="60" extrusionOk="0">
                  <a:moveTo>
                    <a:pt x="28" y="0"/>
                  </a:moveTo>
                  <a:cubicBezTo>
                    <a:pt x="30" y="27"/>
                    <a:pt x="30" y="27"/>
                    <a:pt x="30" y="27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6"/>
                    <a:pt x="5" y="27"/>
                    <a:pt x="14" y="33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43" y="27"/>
                    <a:pt x="48" y="16"/>
                    <a:pt x="48" y="2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773;p14"/>
            <p:cNvSpPr/>
            <p:nvPr/>
          </p:nvSpPr>
          <p:spPr>
            <a:xfrm>
              <a:off x="8583613" y="3624263"/>
              <a:ext cx="217488" cy="225425"/>
            </a:xfrm>
            <a:custGeom>
              <a:avLst/>
              <a:gdLst/>
              <a:ahLst/>
              <a:cxnLst/>
              <a:rect l="l" t="t" r="r" b="b"/>
              <a:pathLst>
                <a:path w="58" h="60" extrusionOk="0">
                  <a:moveTo>
                    <a:pt x="4" y="0"/>
                  </a:moveTo>
                  <a:cubicBezTo>
                    <a:pt x="7" y="3"/>
                    <a:pt x="8" y="7"/>
                    <a:pt x="8" y="12"/>
                  </a:cubicBezTo>
                  <a:cubicBezTo>
                    <a:pt x="8" y="19"/>
                    <a:pt x="5" y="24"/>
                    <a:pt x="0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44"/>
                    <a:pt x="14" y="53"/>
                    <a:pt x="9" y="60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4" y="0"/>
                  </a:lnTo>
                  <a:close/>
                  <a:moveTo>
                    <a:pt x="50" y="50"/>
                  </a:moveTo>
                  <a:cubicBezTo>
                    <a:pt x="50" y="51"/>
                    <a:pt x="49" y="52"/>
                    <a:pt x="48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3" y="52"/>
                    <a:pt x="22" y="51"/>
                    <a:pt x="22" y="50"/>
                  </a:cubicBezTo>
                  <a:cubicBezTo>
                    <a:pt x="22" y="49"/>
                    <a:pt x="23" y="48"/>
                    <a:pt x="24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1" y="32"/>
                    <a:pt x="32" y="32"/>
                  </a:cubicBezTo>
                  <a:cubicBezTo>
                    <a:pt x="33" y="32"/>
                    <a:pt x="34" y="33"/>
                    <a:pt x="34" y="34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5"/>
                    <a:pt x="39" y="24"/>
                    <a:pt x="40" y="24"/>
                  </a:cubicBezTo>
                  <a:cubicBezTo>
                    <a:pt x="41" y="24"/>
                    <a:pt x="42" y="25"/>
                    <a:pt x="42" y="26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14"/>
                    <a:pt x="46" y="14"/>
                    <a:pt x="46" y="14"/>
                  </a:cubicBezTo>
                  <a:cubicBezTo>
                    <a:pt x="46" y="13"/>
                    <a:pt x="47" y="12"/>
                    <a:pt x="48" y="12"/>
                  </a:cubicBezTo>
                  <a:cubicBezTo>
                    <a:pt x="49" y="12"/>
                    <a:pt x="50" y="13"/>
                    <a:pt x="50" y="14"/>
                  </a:cubicBezTo>
                  <a:lnTo>
                    <a:pt x="50" y="50"/>
                  </a:ln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774;p14"/>
          <p:cNvGrpSpPr/>
          <p:nvPr/>
        </p:nvGrpSpPr>
        <p:grpSpPr>
          <a:xfrm>
            <a:off x="6703470" y="10766071"/>
            <a:ext cx="634588" cy="755462"/>
            <a:chOff x="4143375" y="3613150"/>
            <a:chExt cx="300038" cy="357188"/>
          </a:xfrm>
        </p:grpSpPr>
        <p:sp>
          <p:nvSpPr>
            <p:cNvPr id="68" name="Google Shape;775;p14"/>
            <p:cNvSpPr/>
            <p:nvPr/>
          </p:nvSpPr>
          <p:spPr>
            <a:xfrm>
              <a:off x="4143375" y="3695700"/>
              <a:ext cx="300038" cy="274638"/>
            </a:xfrm>
            <a:custGeom>
              <a:avLst/>
              <a:gdLst/>
              <a:ahLst/>
              <a:cxnLst/>
              <a:rect l="l" t="t" r="r" b="b"/>
              <a:pathLst>
                <a:path w="80" h="73" extrusionOk="0">
                  <a:moveTo>
                    <a:pt x="63" y="0"/>
                  </a:moveTo>
                  <a:cubicBezTo>
                    <a:pt x="55" y="7"/>
                    <a:pt x="55" y="7"/>
                    <a:pt x="55" y="7"/>
                  </a:cubicBezTo>
                  <a:cubicBezTo>
                    <a:pt x="58" y="17"/>
                    <a:pt x="58" y="17"/>
                    <a:pt x="58" y="17"/>
                  </a:cubicBezTo>
                  <a:cubicBezTo>
                    <a:pt x="62" y="21"/>
                    <a:pt x="64" y="27"/>
                    <a:pt x="64" y="33"/>
                  </a:cubicBezTo>
                  <a:cubicBezTo>
                    <a:pt x="64" y="46"/>
                    <a:pt x="53" y="57"/>
                    <a:pt x="40" y="57"/>
                  </a:cubicBezTo>
                  <a:cubicBezTo>
                    <a:pt x="27" y="57"/>
                    <a:pt x="16" y="46"/>
                    <a:pt x="16" y="33"/>
                  </a:cubicBezTo>
                  <a:cubicBezTo>
                    <a:pt x="16" y="27"/>
                    <a:pt x="18" y="21"/>
                    <a:pt x="22" y="1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8"/>
                    <a:pt x="0" y="20"/>
                    <a:pt x="0" y="33"/>
                  </a:cubicBezTo>
                  <a:cubicBezTo>
                    <a:pt x="0" y="55"/>
                    <a:pt x="18" y="73"/>
                    <a:pt x="40" y="73"/>
                  </a:cubicBezTo>
                  <a:cubicBezTo>
                    <a:pt x="62" y="73"/>
                    <a:pt x="80" y="55"/>
                    <a:pt x="80" y="33"/>
                  </a:cubicBezTo>
                  <a:cubicBezTo>
                    <a:pt x="80" y="20"/>
                    <a:pt x="73" y="8"/>
                    <a:pt x="63" y="0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776;p14"/>
            <p:cNvSpPr/>
            <p:nvPr/>
          </p:nvSpPr>
          <p:spPr>
            <a:xfrm>
              <a:off x="4210050" y="3613150"/>
              <a:ext cx="165100" cy="173038"/>
            </a:xfrm>
            <a:custGeom>
              <a:avLst/>
              <a:gdLst/>
              <a:ahLst/>
              <a:cxnLst/>
              <a:rect l="l" t="t" r="r" b="b"/>
              <a:pathLst>
                <a:path w="44" h="46" extrusionOk="0">
                  <a:moveTo>
                    <a:pt x="44" y="16"/>
                  </a:moveTo>
                  <a:cubicBezTo>
                    <a:pt x="44" y="16"/>
                    <a:pt x="43" y="15"/>
                    <a:pt x="42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0"/>
                    <a:pt x="21" y="0"/>
                    <a:pt x="20" y="2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0" y="16"/>
                    <a:pt x="0" y="16"/>
                  </a:cubicBezTo>
                  <a:cubicBezTo>
                    <a:pt x="0" y="17"/>
                    <a:pt x="0" y="18"/>
                    <a:pt x="1" y="1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5"/>
                    <a:pt x="8" y="45"/>
                  </a:cubicBezTo>
                  <a:cubicBezTo>
                    <a:pt x="8" y="45"/>
                    <a:pt x="9" y="46"/>
                    <a:pt x="9" y="46"/>
                  </a:cubicBezTo>
                  <a:cubicBezTo>
                    <a:pt x="10" y="46"/>
                    <a:pt x="10" y="45"/>
                    <a:pt x="10" y="45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6"/>
                    <a:pt x="35" y="46"/>
                    <a:pt x="36" y="45"/>
                  </a:cubicBezTo>
                  <a:cubicBezTo>
                    <a:pt x="37" y="45"/>
                    <a:pt x="37" y="44"/>
                    <a:pt x="37" y="43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8"/>
                    <a:pt x="44" y="17"/>
                    <a:pt x="44" y="16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77;p14"/>
            <p:cNvSpPr/>
            <p:nvPr/>
          </p:nvSpPr>
          <p:spPr>
            <a:xfrm>
              <a:off x="4248150" y="3767138"/>
              <a:ext cx="90488" cy="120650"/>
            </a:xfrm>
            <a:custGeom>
              <a:avLst/>
              <a:gdLst/>
              <a:ahLst/>
              <a:cxnLst/>
              <a:rect l="l" t="t" r="r" b="b"/>
              <a:pathLst>
                <a:path w="24" h="32" extrusionOk="0">
                  <a:moveTo>
                    <a:pt x="24" y="28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1" y="0"/>
                    <a:pt x="10" y="1"/>
                    <a:pt x="10" y="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30"/>
                    <a:pt x="0" y="31"/>
                  </a:cubicBezTo>
                  <a:cubicBezTo>
                    <a:pt x="1" y="31"/>
                    <a:pt x="1" y="32"/>
                    <a:pt x="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4" y="31"/>
                    <a:pt x="24" y="30"/>
                  </a:cubicBezTo>
                  <a:cubicBezTo>
                    <a:pt x="24" y="29"/>
                    <a:pt x="24" y="29"/>
                    <a:pt x="24" y="28"/>
                  </a:cubicBezTo>
                  <a:close/>
                </a:path>
              </a:pathLst>
            </a:custGeom>
            <a:solidFill>
              <a:srgbClr val="0B4F6C"/>
            </a:solidFill>
            <a:ln>
              <a:noFill/>
            </a:ln>
          </p:spPr>
          <p:txBody>
            <a:bodyPr spcFirstLastPara="1" wrap="square" lIns="182875" tIns="91425" rIns="182875" bIns="914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2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95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/>
          <a:lstStyle/>
          <a:p>
            <a:endParaRPr lang="en-US" dirty="0">
              <a:latin typeface="Orleans Roman" pitchFamily="50" charset="0"/>
              <a:cs typeface="Orleans Roman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A9AD-345E-4491-9BF8-05DE369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8" y="0"/>
            <a:ext cx="21042154" cy="2651126"/>
          </a:xfrm>
        </p:spPr>
        <p:txBody>
          <a:bodyPr/>
          <a:lstStyle/>
          <a:p>
            <a:endParaRPr lang="en-US" dirty="0">
              <a:latin typeface="Orleans Roman" pitchFamily="50" charset="0"/>
              <a:cs typeface="Orleans Roman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96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45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5AEB8-4FAD-4EAF-910E-0858887A3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50" y="1"/>
            <a:ext cx="24384000" cy="13715998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05EEC7-94D9-4ADB-85A2-CC755018FD74}"/>
              </a:ext>
            </a:extLst>
          </p:cNvPr>
          <p:cNvSpPr/>
          <p:nvPr/>
        </p:nvSpPr>
        <p:spPr>
          <a:xfrm>
            <a:off x="11493501" y="0"/>
            <a:ext cx="12896850" cy="13716000"/>
          </a:xfrm>
          <a:custGeom>
            <a:avLst/>
            <a:gdLst>
              <a:gd name="connsiteX0" fmla="*/ 6448425 w 6448425"/>
              <a:gd name="connsiteY0" fmla="*/ 0 h 6858000"/>
              <a:gd name="connsiteX1" fmla="*/ 3747417 w 6448425"/>
              <a:gd name="connsiteY1" fmla="*/ 0 h 6858000"/>
              <a:gd name="connsiteX2" fmla="*/ 0 w 6448425"/>
              <a:gd name="connsiteY2" fmla="*/ 6858000 h 6858000"/>
              <a:gd name="connsiteX3" fmla="*/ 6448425 w 644842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425" h="6858000">
                <a:moveTo>
                  <a:pt x="6448425" y="0"/>
                </a:moveTo>
                <a:lnTo>
                  <a:pt x="3747417" y="0"/>
                </a:lnTo>
                <a:lnTo>
                  <a:pt x="0" y="6858000"/>
                </a:lnTo>
                <a:lnTo>
                  <a:pt x="6448425" y="6858000"/>
                </a:lnTo>
                <a:close/>
              </a:path>
            </a:pathLst>
          </a:custGeom>
          <a:solidFill>
            <a:srgbClr val="0B4F6C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7202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7BD570A-0594-4F51-AE88-7009F329B8CE}"/>
              </a:ext>
            </a:extLst>
          </p:cNvPr>
          <p:cNvSpPr txBox="1">
            <a:spLocks/>
          </p:cNvSpPr>
          <p:nvPr/>
        </p:nvSpPr>
        <p:spPr>
          <a:xfrm>
            <a:off x="17075150" y="11404573"/>
            <a:ext cx="5232400" cy="997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r"/>
            <a:r>
              <a:rPr lang="en-US" sz="7200" dirty="0">
                <a:solidFill>
                  <a:schemeClr val="bg1"/>
                </a:solidFill>
                <a:latin typeface="Orleans Roman" pitchFamily="50" charset="0"/>
                <a:cs typeface="Orleans Roman" pitchFamily="50" charset="0"/>
              </a:rPr>
              <a:t>Thank </a:t>
            </a:r>
            <a:r>
              <a:rPr lang="en-US" sz="7200" dirty="0" smtClean="0">
                <a:solidFill>
                  <a:schemeClr val="bg1"/>
                </a:solidFill>
                <a:latin typeface="Orleans Roman" pitchFamily="50" charset="0"/>
                <a:cs typeface="Orleans Roman" pitchFamily="50" charset="0"/>
              </a:rPr>
              <a:t>You!</a:t>
            </a:r>
            <a:endParaRPr lang="en-US" sz="7200" dirty="0">
              <a:solidFill>
                <a:schemeClr val="bg1"/>
              </a:solidFill>
              <a:latin typeface="Orleans Roman" pitchFamily="50" charset="0"/>
              <a:cs typeface="Orleans Roman" pitchFamily="50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1E6885-2052-40DA-9FF9-97B90F411DE0}"/>
              </a:ext>
            </a:extLst>
          </p:cNvPr>
          <p:cNvCxnSpPr>
            <a:cxnSpLocks/>
          </p:cNvCxnSpPr>
          <p:nvPr/>
        </p:nvCxnSpPr>
        <p:spPr>
          <a:xfrm flipH="1">
            <a:off x="22182553" y="11609870"/>
            <a:ext cx="1140998" cy="21061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75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NQJqAHKx5wgyv3swwHUA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8803</TotalTime>
  <Words>405</Words>
  <Application>Microsoft Office PowerPoint</Application>
  <PresentationFormat>Custom</PresentationFormat>
  <Paragraphs>42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Calibri Light</vt:lpstr>
      <vt:lpstr>Georgia</vt:lpstr>
      <vt:lpstr>Inter</vt:lpstr>
      <vt:lpstr>Merriweather</vt:lpstr>
      <vt:lpstr>Open Sans</vt:lpstr>
      <vt:lpstr>Orleans Roman</vt:lpstr>
      <vt:lpstr>Segoe UI</vt:lpstr>
      <vt:lpstr>Segoe UI Light</vt:lpstr>
      <vt:lpstr>Wingdings 3</vt:lpstr>
      <vt:lpstr>Office Theme</vt:lpstr>
      <vt:lpstr>think-cell Slide</vt:lpstr>
      <vt:lpstr>PowerPoint Presentation</vt:lpstr>
      <vt:lpstr>Disclaimer</vt:lpstr>
      <vt:lpstr>About Company</vt:lpstr>
      <vt:lpstr>Case Study 2</vt:lpstr>
      <vt:lpstr>Case Study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erybagas</dc:creator>
  <cp:lastModifiedBy>sunilkumar.m</cp:lastModifiedBy>
  <cp:revision>170</cp:revision>
  <dcterms:created xsi:type="dcterms:W3CDTF">2019-08-16T12:08:31Z</dcterms:created>
  <dcterms:modified xsi:type="dcterms:W3CDTF">2026-07-14T06:57:30Z</dcterms:modified>
</cp:coreProperties>
</file>